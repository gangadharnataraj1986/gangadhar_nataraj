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1" r:id="rId3"/>
    <p:sldId id="259" r:id="rId4"/>
    <p:sldId id="262" r:id="rId5"/>
    <p:sldId id="268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8" r:id="rId15"/>
    <p:sldId id="280" r:id="rId16"/>
    <p:sldId id="279" r:id="rId17"/>
    <p:sldId id="281" r:id="rId18"/>
    <p:sldId id="282" r:id="rId19"/>
    <p:sldId id="283" r:id="rId20"/>
    <p:sldId id="284" r:id="rId21"/>
    <p:sldId id="273" r:id="rId22"/>
    <p:sldId id="276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035525-9B30-45C0-84EB-0A7A22DBC918}" v="29" dt="2026-04-21T16:37:0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gadhar Nataraj" userId="6b4a3dbc-90b9-454a-adde-91b8a57b5bac" providerId="ADAL" clId="{4EA76E2A-8FE5-42EC-A2C3-32FE5282D9E4}"/>
    <pc:docChg chg="undo custSel addSld delSld modSld">
      <pc:chgData name="Gangadhar Nataraj" userId="6b4a3dbc-90b9-454a-adde-91b8a57b5bac" providerId="ADAL" clId="{4EA76E2A-8FE5-42EC-A2C3-32FE5282D9E4}" dt="2026-04-21T16:37:31.752" v="1622" actId="1076"/>
      <pc:docMkLst>
        <pc:docMk/>
      </pc:docMkLst>
      <pc:sldChg chg="modSp mod">
        <pc:chgData name="Gangadhar Nataraj" userId="6b4a3dbc-90b9-454a-adde-91b8a57b5bac" providerId="ADAL" clId="{4EA76E2A-8FE5-42EC-A2C3-32FE5282D9E4}" dt="2026-04-21T16:07:37.156" v="1180" actId="1076"/>
        <pc:sldMkLst>
          <pc:docMk/>
          <pc:sldMk cId="2224438969" sldId="259"/>
        </pc:sldMkLst>
        <pc:spChg chg="mod">
          <ac:chgData name="Gangadhar Nataraj" userId="6b4a3dbc-90b9-454a-adde-91b8a57b5bac" providerId="ADAL" clId="{4EA76E2A-8FE5-42EC-A2C3-32FE5282D9E4}" dt="2026-04-21T16:07:37.156" v="1180" actId="1076"/>
          <ac:spMkLst>
            <pc:docMk/>
            <pc:sldMk cId="2224438969" sldId="259"/>
            <ac:spMk id="5" creationId="{711AAB39-06D7-A8A2-3A97-E7834C68509E}"/>
          </ac:spMkLst>
        </pc:spChg>
        <pc:spChg chg="mod">
          <ac:chgData name="Gangadhar Nataraj" userId="6b4a3dbc-90b9-454a-adde-91b8a57b5bac" providerId="ADAL" clId="{4EA76E2A-8FE5-42EC-A2C3-32FE5282D9E4}" dt="2026-04-21T16:07:33.144" v="1179" actId="20577"/>
          <ac:spMkLst>
            <pc:docMk/>
            <pc:sldMk cId="2224438969" sldId="259"/>
            <ac:spMk id="7" creationId="{3DC06767-4DA3-303F-10B6-646AFB54652C}"/>
          </ac:spMkLst>
        </pc:spChg>
      </pc:sldChg>
      <pc:sldChg chg="addSp modSp mod">
        <pc:chgData name="Gangadhar Nataraj" userId="6b4a3dbc-90b9-454a-adde-91b8a57b5bac" providerId="ADAL" clId="{4EA76E2A-8FE5-42EC-A2C3-32FE5282D9E4}" dt="2026-04-16T09:38:28.425" v="574" actId="1076"/>
        <pc:sldMkLst>
          <pc:docMk/>
          <pc:sldMk cId="228549923" sldId="269"/>
        </pc:sldMkLst>
        <pc:spChg chg="add mod">
          <ac:chgData name="Gangadhar Nataraj" userId="6b4a3dbc-90b9-454a-adde-91b8a57b5bac" providerId="ADAL" clId="{4EA76E2A-8FE5-42EC-A2C3-32FE5282D9E4}" dt="2026-04-16T09:33:26.298" v="528" actId="164"/>
          <ac:spMkLst>
            <pc:docMk/>
            <pc:sldMk cId="228549923" sldId="269"/>
            <ac:spMk id="2" creationId="{1BB91609-BC9A-5BF1-EF86-F36ADD297D42}"/>
          </ac:spMkLst>
        </pc:spChg>
        <pc:spChg chg="mod">
          <ac:chgData name="Gangadhar Nataraj" userId="6b4a3dbc-90b9-454a-adde-91b8a57b5bac" providerId="ADAL" clId="{4EA76E2A-8FE5-42EC-A2C3-32FE5282D9E4}" dt="2026-04-16T09:34:25.688" v="537" actId="20577"/>
          <ac:spMkLst>
            <pc:docMk/>
            <pc:sldMk cId="228549923" sldId="269"/>
            <ac:spMk id="3" creationId="{ED1BD211-FB36-A515-11E4-0609DEF84CA2}"/>
          </ac:spMkLst>
        </pc:spChg>
        <pc:spChg chg="mod">
          <ac:chgData name="Gangadhar Nataraj" userId="6b4a3dbc-90b9-454a-adde-91b8a57b5bac" providerId="ADAL" clId="{4EA76E2A-8FE5-42EC-A2C3-32FE5282D9E4}" dt="2026-04-16T09:36:30.073" v="563" actId="20577"/>
          <ac:spMkLst>
            <pc:docMk/>
            <pc:sldMk cId="228549923" sldId="269"/>
            <ac:spMk id="4" creationId="{0EBF383E-9EC2-E047-765F-B31E33F1E879}"/>
          </ac:spMkLst>
        </pc:spChg>
        <pc:spChg chg="add mod">
          <ac:chgData name="Gangadhar Nataraj" userId="6b4a3dbc-90b9-454a-adde-91b8a57b5bac" providerId="ADAL" clId="{4EA76E2A-8FE5-42EC-A2C3-32FE5282D9E4}" dt="2026-04-16T09:33:26.298" v="528" actId="164"/>
          <ac:spMkLst>
            <pc:docMk/>
            <pc:sldMk cId="228549923" sldId="269"/>
            <ac:spMk id="5" creationId="{1F10471C-7410-AF8F-CDF1-9F905DB963C3}"/>
          </ac:spMkLst>
        </pc:spChg>
        <pc:spChg chg="add mod">
          <ac:chgData name="Gangadhar Nataraj" userId="6b4a3dbc-90b9-454a-adde-91b8a57b5bac" providerId="ADAL" clId="{4EA76E2A-8FE5-42EC-A2C3-32FE5282D9E4}" dt="2026-04-16T09:33:26.298" v="528" actId="164"/>
          <ac:spMkLst>
            <pc:docMk/>
            <pc:sldMk cId="228549923" sldId="269"/>
            <ac:spMk id="6" creationId="{895A60A8-C0ED-275D-515F-2A28BD285172}"/>
          </ac:spMkLst>
        </pc:spChg>
        <pc:spChg chg="add mod">
          <ac:chgData name="Gangadhar Nataraj" userId="6b4a3dbc-90b9-454a-adde-91b8a57b5bac" providerId="ADAL" clId="{4EA76E2A-8FE5-42EC-A2C3-32FE5282D9E4}" dt="2026-04-16T09:33:26.298" v="528" actId="164"/>
          <ac:spMkLst>
            <pc:docMk/>
            <pc:sldMk cId="228549923" sldId="269"/>
            <ac:spMk id="7" creationId="{488FC981-B1C9-EEA4-7960-F2CEF5183C78}"/>
          </ac:spMkLst>
        </pc:spChg>
        <pc:spChg chg="add mod">
          <ac:chgData name="Gangadhar Nataraj" userId="6b4a3dbc-90b9-454a-adde-91b8a57b5bac" providerId="ADAL" clId="{4EA76E2A-8FE5-42EC-A2C3-32FE5282D9E4}" dt="2026-04-16T09:37:05.795" v="564" actId="20577"/>
          <ac:spMkLst>
            <pc:docMk/>
            <pc:sldMk cId="228549923" sldId="269"/>
            <ac:spMk id="11" creationId="{B90D9B4B-5B76-FD40-9AEB-7371F19C74D2}"/>
          </ac:spMkLst>
        </pc:spChg>
        <pc:spChg chg="add mod">
          <ac:chgData name="Gangadhar Nataraj" userId="6b4a3dbc-90b9-454a-adde-91b8a57b5bac" providerId="ADAL" clId="{4EA76E2A-8FE5-42EC-A2C3-32FE5282D9E4}" dt="2026-04-16T09:38:28.425" v="574" actId="1076"/>
          <ac:spMkLst>
            <pc:docMk/>
            <pc:sldMk cId="228549923" sldId="269"/>
            <ac:spMk id="15" creationId="{E2EE5B8A-7AAB-5E7E-6A9B-17D18B28425A}"/>
          </ac:spMkLst>
        </pc:spChg>
        <pc:grpChg chg="add mod">
          <ac:chgData name="Gangadhar Nataraj" userId="6b4a3dbc-90b9-454a-adde-91b8a57b5bac" providerId="ADAL" clId="{4EA76E2A-8FE5-42EC-A2C3-32FE5282D9E4}" dt="2026-04-16T09:33:26.298" v="528" actId="164"/>
          <ac:grpSpMkLst>
            <pc:docMk/>
            <pc:sldMk cId="228549923" sldId="269"/>
            <ac:grpSpMk id="8" creationId="{138613E1-D54C-1870-3E05-C4B6C06D673D}"/>
          </ac:grpSpMkLst>
        </pc:grpChg>
      </pc:sldChg>
      <pc:sldChg chg="modSp mod">
        <pc:chgData name="Gangadhar Nataraj" userId="6b4a3dbc-90b9-454a-adde-91b8a57b5bac" providerId="ADAL" clId="{4EA76E2A-8FE5-42EC-A2C3-32FE5282D9E4}" dt="2026-04-16T09:17:08.171" v="273" actId="1076"/>
        <pc:sldMkLst>
          <pc:docMk/>
          <pc:sldMk cId="367285249" sldId="272"/>
        </pc:sldMkLst>
        <pc:spChg chg="mod">
          <ac:chgData name="Gangadhar Nataraj" userId="6b4a3dbc-90b9-454a-adde-91b8a57b5bac" providerId="ADAL" clId="{4EA76E2A-8FE5-42EC-A2C3-32FE5282D9E4}" dt="2026-04-16T09:17:08.171" v="273" actId="1076"/>
          <ac:spMkLst>
            <pc:docMk/>
            <pc:sldMk cId="367285249" sldId="272"/>
            <ac:spMk id="2" creationId="{28C910CB-DD98-231E-D8B4-0962572298B1}"/>
          </ac:spMkLst>
        </pc:spChg>
      </pc:sldChg>
      <pc:sldChg chg="addSp new mod">
        <pc:chgData name="Gangadhar Nataraj" userId="6b4a3dbc-90b9-454a-adde-91b8a57b5bac" providerId="ADAL" clId="{4EA76E2A-8FE5-42EC-A2C3-32FE5282D9E4}" dt="2026-04-02T15:12:08.207" v="1" actId="22"/>
        <pc:sldMkLst>
          <pc:docMk/>
          <pc:sldMk cId="3907847409" sldId="273"/>
        </pc:sldMkLst>
        <pc:picChg chg="add">
          <ac:chgData name="Gangadhar Nataraj" userId="6b4a3dbc-90b9-454a-adde-91b8a57b5bac" providerId="ADAL" clId="{4EA76E2A-8FE5-42EC-A2C3-32FE5282D9E4}" dt="2026-04-02T15:12:08.207" v="1" actId="22"/>
          <ac:picMkLst>
            <pc:docMk/>
            <pc:sldMk cId="3907847409" sldId="273"/>
            <ac:picMk id="3" creationId="{034AFBEA-5385-5543-074A-B97BEF400607}"/>
          </ac:picMkLst>
        </pc:picChg>
      </pc:sldChg>
      <pc:sldChg chg="addSp delSp modSp new mod setBg">
        <pc:chgData name="Gangadhar Nataraj" userId="6b4a3dbc-90b9-454a-adde-91b8a57b5bac" providerId="ADAL" clId="{4EA76E2A-8FE5-42EC-A2C3-32FE5282D9E4}" dt="2026-04-10T08:29:52.623" v="204" actId="1076"/>
        <pc:sldMkLst>
          <pc:docMk/>
          <pc:sldMk cId="488647827" sldId="274"/>
        </pc:sldMkLst>
        <pc:picChg chg="add mod">
          <ac:chgData name="Gangadhar Nataraj" userId="6b4a3dbc-90b9-454a-adde-91b8a57b5bac" providerId="ADAL" clId="{4EA76E2A-8FE5-42EC-A2C3-32FE5282D9E4}" dt="2026-04-10T08:29:52.623" v="204" actId="1076"/>
          <ac:picMkLst>
            <pc:docMk/>
            <pc:sldMk cId="488647827" sldId="274"/>
            <ac:picMk id="1026" creationId="{63CDA271-3FCD-6B24-FACF-DF54786ECAFF}"/>
          </ac:picMkLst>
        </pc:picChg>
        <pc:cxnChg chg="add">
          <ac:chgData name="Gangadhar Nataraj" userId="6b4a3dbc-90b9-454a-adde-91b8a57b5bac" providerId="ADAL" clId="{4EA76E2A-8FE5-42EC-A2C3-32FE5282D9E4}" dt="2026-04-07T14:12:43.171" v="114" actId="26606"/>
          <ac:cxnSpMkLst>
            <pc:docMk/>
            <pc:sldMk cId="488647827" sldId="274"/>
            <ac:cxnSpMk id="44" creationId="{50DA1EB8-87CF-4588-A1FD-4756F9A28F6B}"/>
          </ac:cxnSpMkLst>
        </pc:cxnChg>
        <pc:cxnChg chg="add">
          <ac:chgData name="Gangadhar Nataraj" userId="6b4a3dbc-90b9-454a-adde-91b8a57b5bac" providerId="ADAL" clId="{4EA76E2A-8FE5-42EC-A2C3-32FE5282D9E4}" dt="2026-04-07T14:12:43.171" v="114" actId="26606"/>
          <ac:cxnSpMkLst>
            <pc:docMk/>
            <pc:sldMk cId="488647827" sldId="274"/>
            <ac:cxnSpMk id="45" creationId="{D7A4E378-EA57-47B9-B1EB-58B998F6CFFB}"/>
          </ac:cxnSpMkLst>
        </pc:cxnChg>
        <pc:cxnChg chg="add">
          <ac:chgData name="Gangadhar Nataraj" userId="6b4a3dbc-90b9-454a-adde-91b8a57b5bac" providerId="ADAL" clId="{4EA76E2A-8FE5-42EC-A2C3-32FE5282D9E4}" dt="2026-04-07T14:12:43.171" v="114" actId="26606"/>
          <ac:cxnSpMkLst>
            <pc:docMk/>
            <pc:sldMk cId="488647827" sldId="274"/>
            <ac:cxnSpMk id="46" creationId="{D2B31ED6-76F0-425A-9A41-C947AEF9C145}"/>
          </ac:cxnSpMkLst>
        </pc:cxnChg>
      </pc:sldChg>
      <pc:sldChg chg="addSp delSp modSp new del mod setBg">
        <pc:chgData name="Gangadhar Nataraj" userId="6b4a3dbc-90b9-454a-adde-91b8a57b5bac" providerId="ADAL" clId="{4EA76E2A-8FE5-42EC-A2C3-32FE5282D9E4}" dt="2026-04-07T10:20:55.832" v="51" actId="47"/>
        <pc:sldMkLst>
          <pc:docMk/>
          <pc:sldMk cId="1758868526" sldId="274"/>
        </pc:sldMkLst>
      </pc:sldChg>
      <pc:sldChg chg="addSp new del mod">
        <pc:chgData name="Gangadhar Nataraj" userId="6b4a3dbc-90b9-454a-adde-91b8a57b5bac" providerId="ADAL" clId="{4EA76E2A-8FE5-42EC-A2C3-32FE5282D9E4}" dt="2026-04-07T10:37:50.200" v="58" actId="47"/>
        <pc:sldMkLst>
          <pc:docMk/>
          <pc:sldMk cId="2917951633" sldId="274"/>
        </pc:sldMkLst>
      </pc:sldChg>
      <pc:sldChg chg="addSp modSp new del mod">
        <pc:chgData name="Gangadhar Nataraj" userId="6b4a3dbc-90b9-454a-adde-91b8a57b5bac" providerId="ADAL" clId="{4EA76E2A-8FE5-42EC-A2C3-32FE5282D9E4}" dt="2026-04-07T14:06:01.642" v="97" actId="47"/>
        <pc:sldMkLst>
          <pc:docMk/>
          <pc:sldMk cId="929844767" sldId="275"/>
        </pc:sldMkLst>
      </pc:sldChg>
      <pc:sldChg chg="addSp new del mod">
        <pc:chgData name="Gangadhar Nataraj" userId="6b4a3dbc-90b9-454a-adde-91b8a57b5bac" providerId="ADAL" clId="{4EA76E2A-8FE5-42EC-A2C3-32FE5282D9E4}" dt="2026-04-07T10:37:50.200" v="58" actId="47"/>
        <pc:sldMkLst>
          <pc:docMk/>
          <pc:sldMk cId="1272415009" sldId="275"/>
        </pc:sldMkLst>
      </pc:sldChg>
      <pc:sldChg chg="addSp modSp new del mod">
        <pc:chgData name="Gangadhar Nataraj" userId="6b4a3dbc-90b9-454a-adde-91b8a57b5bac" providerId="ADAL" clId="{4EA76E2A-8FE5-42EC-A2C3-32FE5282D9E4}" dt="2026-04-07T09:52:28.572" v="13" actId="47"/>
        <pc:sldMkLst>
          <pc:docMk/>
          <pc:sldMk cId="2171785311" sldId="275"/>
        </pc:sldMkLst>
      </pc:sldChg>
      <pc:sldChg chg="addSp new del">
        <pc:chgData name="Gangadhar Nataraj" userId="6b4a3dbc-90b9-454a-adde-91b8a57b5bac" providerId="ADAL" clId="{4EA76E2A-8FE5-42EC-A2C3-32FE5282D9E4}" dt="2026-04-14T08:40:11.858" v="268" actId="47"/>
        <pc:sldMkLst>
          <pc:docMk/>
          <pc:sldMk cId="2382226121" sldId="275"/>
        </pc:sldMkLst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3690033564" sldId="275"/>
        </pc:sldMkLst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214930223" sldId="276"/>
        </pc:sldMkLst>
      </pc:sldChg>
      <pc:sldChg chg="addSp new del mod">
        <pc:chgData name="Gangadhar Nataraj" userId="6b4a3dbc-90b9-454a-adde-91b8a57b5bac" providerId="ADAL" clId="{4EA76E2A-8FE5-42EC-A2C3-32FE5282D9E4}" dt="2026-04-07T10:37:50.200" v="58" actId="47"/>
        <pc:sldMkLst>
          <pc:docMk/>
          <pc:sldMk cId="2957308545" sldId="276"/>
        </pc:sldMkLst>
      </pc:sldChg>
      <pc:sldChg chg="addSp delSp modSp new mod">
        <pc:chgData name="Gangadhar Nataraj" userId="6b4a3dbc-90b9-454a-adde-91b8a57b5bac" providerId="ADAL" clId="{4EA76E2A-8FE5-42EC-A2C3-32FE5282D9E4}" dt="2026-04-10T17:34:46.541" v="267" actId="14100"/>
        <pc:sldMkLst>
          <pc:docMk/>
          <pc:sldMk cId="3457588508" sldId="276"/>
        </pc:sldMkLst>
        <pc:spChg chg="add mod">
          <ac:chgData name="Gangadhar Nataraj" userId="6b4a3dbc-90b9-454a-adde-91b8a57b5bac" providerId="ADAL" clId="{4EA76E2A-8FE5-42EC-A2C3-32FE5282D9E4}" dt="2026-04-10T17:34:46.541" v="267" actId="14100"/>
          <ac:spMkLst>
            <pc:docMk/>
            <pc:sldMk cId="3457588508" sldId="276"/>
            <ac:spMk id="6" creationId="{0F241466-92B2-29B6-1949-C1B9DFC8C205}"/>
          </ac:spMkLst>
        </pc:spChg>
        <pc:picChg chg="add mod">
          <ac:chgData name="Gangadhar Nataraj" userId="6b4a3dbc-90b9-454a-adde-91b8a57b5bac" providerId="ADAL" clId="{4EA76E2A-8FE5-42EC-A2C3-32FE5282D9E4}" dt="2026-04-08T08:16:57.079" v="195" actId="208"/>
          <ac:picMkLst>
            <pc:docMk/>
            <pc:sldMk cId="3457588508" sldId="276"/>
            <ac:picMk id="3" creationId="{1F99362F-B55C-05C3-9642-876CBE21123C}"/>
          </ac:picMkLst>
        </pc:picChg>
        <pc:picChg chg="add mod">
          <ac:chgData name="Gangadhar Nataraj" userId="6b4a3dbc-90b9-454a-adde-91b8a57b5bac" providerId="ADAL" clId="{4EA76E2A-8FE5-42EC-A2C3-32FE5282D9E4}" dt="2026-04-08T08:17:13.706" v="200" actId="1076"/>
          <ac:picMkLst>
            <pc:docMk/>
            <pc:sldMk cId="3457588508" sldId="276"/>
            <ac:picMk id="5" creationId="{66DBA5A9-7722-88F1-AD5B-34F01C3C7002}"/>
          </ac:picMkLst>
        </pc:picChg>
        <pc:picChg chg="add mod">
          <ac:chgData name="Gangadhar Nataraj" userId="6b4a3dbc-90b9-454a-adde-91b8a57b5bac" providerId="ADAL" clId="{4EA76E2A-8FE5-42EC-A2C3-32FE5282D9E4}" dt="2026-04-10T17:32:31.745" v="217" actId="1076"/>
          <ac:picMkLst>
            <pc:docMk/>
            <pc:sldMk cId="3457588508" sldId="276"/>
            <ac:picMk id="22" creationId="{1CE92F54-444E-4ACE-EE5F-B96F9083418B}"/>
          </ac:picMkLst>
        </pc:picChg>
        <pc:picChg chg="add mod">
          <ac:chgData name="Gangadhar Nataraj" userId="6b4a3dbc-90b9-454a-adde-91b8a57b5bac" providerId="ADAL" clId="{4EA76E2A-8FE5-42EC-A2C3-32FE5282D9E4}" dt="2026-04-10T17:32:30.628" v="216" actId="1076"/>
          <ac:picMkLst>
            <pc:docMk/>
            <pc:sldMk cId="3457588508" sldId="276"/>
            <ac:picMk id="24" creationId="{A515A1CE-B132-4D23-A9F9-056DBDAAB559}"/>
          </ac:picMkLst>
        </pc:picChg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2759500885" sldId="277"/>
        </pc:sldMkLst>
      </pc:sldChg>
      <pc:sldChg chg="addSp delSp modSp new del mod setBg">
        <pc:chgData name="Gangadhar Nataraj" userId="6b4a3dbc-90b9-454a-adde-91b8a57b5bac" providerId="ADAL" clId="{4EA76E2A-8FE5-42EC-A2C3-32FE5282D9E4}" dt="2026-04-20T11:31:58.035" v="1056" actId="47"/>
        <pc:sldMkLst>
          <pc:docMk/>
          <pc:sldMk cId="2894370972" sldId="277"/>
        </pc:sldMkLst>
      </pc:sldChg>
      <pc:sldChg chg="addSp delSp modSp new mod">
        <pc:chgData name="Gangadhar Nataraj" userId="6b4a3dbc-90b9-454a-adde-91b8a57b5bac" providerId="ADAL" clId="{4EA76E2A-8FE5-42EC-A2C3-32FE5282D9E4}" dt="2026-04-16T09:44:35.170" v="575" actId="13926"/>
        <pc:sldMkLst>
          <pc:docMk/>
          <pc:sldMk cId="1499182691" sldId="278"/>
        </pc:sldMkLst>
        <pc:spChg chg="add mod">
          <ac:chgData name="Gangadhar Nataraj" userId="6b4a3dbc-90b9-454a-adde-91b8a57b5bac" providerId="ADAL" clId="{4EA76E2A-8FE5-42EC-A2C3-32FE5282D9E4}" dt="2026-04-16T09:44:35.170" v="575" actId="13926"/>
          <ac:spMkLst>
            <pc:docMk/>
            <pc:sldMk cId="1499182691" sldId="278"/>
            <ac:spMk id="5" creationId="{CD9D79B0-6641-E7EB-ADBC-3D2669289329}"/>
          </ac:spMkLst>
        </pc:spChg>
        <pc:grpChg chg="add mod">
          <ac:chgData name="Gangadhar Nataraj" userId="6b4a3dbc-90b9-454a-adde-91b8a57b5bac" providerId="ADAL" clId="{4EA76E2A-8FE5-42EC-A2C3-32FE5282D9E4}" dt="2026-04-16T09:20:22.700" v="459" actId="164"/>
          <ac:grpSpMkLst>
            <pc:docMk/>
            <pc:sldMk cId="1499182691" sldId="278"/>
            <ac:grpSpMk id="8" creationId="{B0C911AC-9F1E-FF0F-8105-E1EC79453274}"/>
          </ac:grpSpMkLst>
        </pc:grpChg>
        <pc:picChg chg="add mod">
          <ac:chgData name="Gangadhar Nataraj" userId="6b4a3dbc-90b9-454a-adde-91b8a57b5bac" providerId="ADAL" clId="{4EA76E2A-8FE5-42EC-A2C3-32FE5282D9E4}" dt="2026-04-16T09:20:22.700" v="459" actId="164"/>
          <ac:picMkLst>
            <pc:docMk/>
            <pc:sldMk cId="1499182691" sldId="278"/>
            <ac:picMk id="7" creationId="{30768AEB-F9DE-7BD2-30E6-AC9BA2C795EB}"/>
          </ac:picMkLst>
        </pc:picChg>
        <pc:picChg chg="add mod">
          <ac:chgData name="Gangadhar Nataraj" userId="6b4a3dbc-90b9-454a-adde-91b8a57b5bac" providerId="ADAL" clId="{4EA76E2A-8FE5-42EC-A2C3-32FE5282D9E4}" dt="2026-04-16T09:20:22.700" v="459" actId="164"/>
          <ac:picMkLst>
            <pc:docMk/>
            <pc:sldMk cId="1499182691" sldId="278"/>
            <ac:picMk id="3074" creationId="{3E7EF717-14ED-649C-E1CA-CC04E30BD863}"/>
          </ac:picMkLst>
        </pc:picChg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2449099030" sldId="278"/>
        </pc:sldMkLst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481683678" sldId="279"/>
        </pc:sldMkLst>
      </pc:sldChg>
      <pc:sldChg chg="addSp modSp new mod">
        <pc:chgData name="Gangadhar Nataraj" userId="6b4a3dbc-90b9-454a-adde-91b8a57b5bac" providerId="ADAL" clId="{4EA76E2A-8FE5-42EC-A2C3-32FE5282D9E4}" dt="2026-04-21T16:13:46.144" v="1239" actId="20577"/>
        <pc:sldMkLst>
          <pc:docMk/>
          <pc:sldMk cId="2524513981" sldId="279"/>
        </pc:sldMkLst>
        <pc:spChg chg="add mod">
          <ac:chgData name="Gangadhar Nataraj" userId="6b4a3dbc-90b9-454a-adde-91b8a57b5bac" providerId="ADAL" clId="{4EA76E2A-8FE5-42EC-A2C3-32FE5282D9E4}" dt="2026-04-21T16:13:07.166" v="1229" actId="207"/>
          <ac:spMkLst>
            <pc:docMk/>
            <pc:sldMk cId="2524513981" sldId="279"/>
            <ac:spMk id="2" creationId="{8D4256BF-3919-F496-323E-D474E4492916}"/>
          </ac:spMkLst>
        </pc:spChg>
        <pc:spChg chg="add mod">
          <ac:chgData name="Gangadhar Nataraj" userId="6b4a3dbc-90b9-454a-adde-91b8a57b5bac" providerId="ADAL" clId="{4EA76E2A-8FE5-42EC-A2C3-32FE5282D9E4}" dt="2026-04-21T16:13:24.778" v="1232" actId="207"/>
          <ac:spMkLst>
            <pc:docMk/>
            <pc:sldMk cId="2524513981" sldId="279"/>
            <ac:spMk id="4" creationId="{56957C02-F813-5BEA-BBF5-1513E68FECFB}"/>
          </ac:spMkLst>
        </pc:spChg>
        <pc:spChg chg="add mod">
          <ac:chgData name="Gangadhar Nataraj" userId="6b4a3dbc-90b9-454a-adde-91b8a57b5bac" providerId="ADAL" clId="{4EA76E2A-8FE5-42EC-A2C3-32FE5282D9E4}" dt="2026-04-21T16:11:59.928" v="1210" actId="1076"/>
          <ac:spMkLst>
            <pc:docMk/>
            <pc:sldMk cId="2524513981" sldId="279"/>
            <ac:spMk id="8" creationId="{3A470565-42F7-4B3A-21A4-A44C76E882D0}"/>
          </ac:spMkLst>
        </pc:spChg>
        <pc:spChg chg="add mod">
          <ac:chgData name="Gangadhar Nataraj" userId="6b4a3dbc-90b9-454a-adde-91b8a57b5bac" providerId="ADAL" clId="{4EA76E2A-8FE5-42EC-A2C3-32FE5282D9E4}" dt="2026-04-21T16:12:28.869" v="1216" actId="1076"/>
          <ac:spMkLst>
            <pc:docMk/>
            <pc:sldMk cId="2524513981" sldId="279"/>
            <ac:spMk id="14" creationId="{ABB9B68E-57C9-9A5D-6DA3-5CE8A2DDEC99}"/>
          </ac:spMkLst>
        </pc:spChg>
        <pc:spChg chg="add mod">
          <ac:chgData name="Gangadhar Nataraj" userId="6b4a3dbc-90b9-454a-adde-91b8a57b5bac" providerId="ADAL" clId="{4EA76E2A-8FE5-42EC-A2C3-32FE5282D9E4}" dt="2026-04-21T16:13:37.399" v="1237" actId="20577"/>
          <ac:spMkLst>
            <pc:docMk/>
            <pc:sldMk cId="2524513981" sldId="279"/>
            <ac:spMk id="15" creationId="{7B2320D2-7458-54C2-D3A3-D0FB54E115B7}"/>
          </ac:spMkLst>
        </pc:spChg>
        <pc:spChg chg="add mod">
          <ac:chgData name="Gangadhar Nataraj" userId="6b4a3dbc-90b9-454a-adde-91b8a57b5bac" providerId="ADAL" clId="{4EA76E2A-8FE5-42EC-A2C3-32FE5282D9E4}" dt="2026-04-21T16:13:46.144" v="1239" actId="20577"/>
          <ac:spMkLst>
            <pc:docMk/>
            <pc:sldMk cId="2524513981" sldId="279"/>
            <ac:spMk id="16" creationId="{89B7F023-5860-3B41-4467-3B7FE8B26487}"/>
          </ac:spMkLst>
        </pc:spChg>
        <pc:picChg chg="add mod">
          <ac:chgData name="Gangadhar Nataraj" userId="6b4a3dbc-90b9-454a-adde-91b8a57b5bac" providerId="ADAL" clId="{4EA76E2A-8FE5-42EC-A2C3-32FE5282D9E4}" dt="2026-04-21T16:11:59.928" v="1210" actId="1076"/>
          <ac:picMkLst>
            <pc:docMk/>
            <pc:sldMk cId="2524513981" sldId="279"/>
            <ac:picMk id="6" creationId="{D07652CA-DEC4-0327-4F07-59F5469254D7}"/>
          </ac:picMkLst>
        </pc:picChg>
        <pc:picChg chg="add mod">
          <ac:chgData name="Gangadhar Nataraj" userId="6b4a3dbc-90b9-454a-adde-91b8a57b5bac" providerId="ADAL" clId="{4EA76E2A-8FE5-42EC-A2C3-32FE5282D9E4}" dt="2026-04-21T16:12:50.526" v="1220" actId="1076"/>
          <ac:picMkLst>
            <pc:docMk/>
            <pc:sldMk cId="2524513981" sldId="279"/>
            <ac:picMk id="10" creationId="{062841D9-DC64-ED86-0262-A05B00CF0D44}"/>
          </ac:picMkLst>
        </pc:picChg>
        <pc:picChg chg="add mod modCrop">
          <ac:chgData name="Gangadhar Nataraj" userId="6b4a3dbc-90b9-454a-adde-91b8a57b5bac" providerId="ADAL" clId="{4EA76E2A-8FE5-42EC-A2C3-32FE5282D9E4}" dt="2026-04-21T16:12:09.763" v="1212" actId="732"/>
          <ac:picMkLst>
            <pc:docMk/>
            <pc:sldMk cId="2524513981" sldId="279"/>
            <ac:picMk id="12" creationId="{9DF45128-D621-DD6A-3A55-39C294D47E95}"/>
          </ac:picMkLst>
        </pc:picChg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1018685849" sldId="280"/>
        </pc:sldMkLst>
      </pc:sldChg>
      <pc:sldChg chg="addSp modSp new mod">
        <pc:chgData name="Gangadhar Nataraj" userId="6b4a3dbc-90b9-454a-adde-91b8a57b5bac" providerId="ADAL" clId="{4EA76E2A-8FE5-42EC-A2C3-32FE5282D9E4}" dt="2026-04-16T10:00:58.472" v="1055" actId="1076"/>
        <pc:sldMkLst>
          <pc:docMk/>
          <pc:sldMk cId="1492330322" sldId="280"/>
        </pc:sldMkLst>
        <pc:spChg chg="add mod">
          <ac:chgData name="Gangadhar Nataraj" userId="6b4a3dbc-90b9-454a-adde-91b8a57b5bac" providerId="ADAL" clId="{4EA76E2A-8FE5-42EC-A2C3-32FE5282D9E4}" dt="2026-04-16T09:45:43.075" v="602" actId="1076"/>
          <ac:spMkLst>
            <pc:docMk/>
            <pc:sldMk cId="1492330322" sldId="280"/>
            <ac:spMk id="4" creationId="{E0898B26-0BFC-B543-688D-E9333A8D89F5}"/>
          </ac:spMkLst>
        </pc:spChg>
        <pc:spChg chg="add mod">
          <ac:chgData name="Gangadhar Nataraj" userId="6b4a3dbc-90b9-454a-adde-91b8a57b5bac" providerId="ADAL" clId="{4EA76E2A-8FE5-42EC-A2C3-32FE5282D9E4}" dt="2026-04-16T10:00:58.472" v="1055" actId="1076"/>
          <ac:spMkLst>
            <pc:docMk/>
            <pc:sldMk cId="1492330322" sldId="280"/>
            <ac:spMk id="6" creationId="{904AA952-A6F3-4B51-D2CF-4B757A2D511D}"/>
          </ac:spMkLst>
        </pc:spChg>
        <pc:spChg chg="mod">
          <ac:chgData name="Gangadhar Nataraj" userId="6b4a3dbc-90b9-454a-adde-91b8a57b5bac" providerId="ADAL" clId="{4EA76E2A-8FE5-42EC-A2C3-32FE5282D9E4}" dt="2026-04-16T10:00:45.591" v="1051"/>
          <ac:spMkLst>
            <pc:docMk/>
            <pc:sldMk cId="1492330322" sldId="280"/>
            <ac:spMk id="8" creationId="{93D4CD31-DAC2-CFF6-5EEB-D060B6DCDA85}"/>
          </ac:spMkLst>
        </pc:spChg>
        <pc:spChg chg="mod">
          <ac:chgData name="Gangadhar Nataraj" userId="6b4a3dbc-90b9-454a-adde-91b8a57b5bac" providerId="ADAL" clId="{4EA76E2A-8FE5-42EC-A2C3-32FE5282D9E4}" dt="2026-04-16T10:00:45.591" v="1051"/>
          <ac:spMkLst>
            <pc:docMk/>
            <pc:sldMk cId="1492330322" sldId="280"/>
            <ac:spMk id="9" creationId="{8896E0A0-5248-D97B-390B-BD45C4651DDF}"/>
          </ac:spMkLst>
        </pc:spChg>
        <pc:spChg chg="mod">
          <ac:chgData name="Gangadhar Nataraj" userId="6b4a3dbc-90b9-454a-adde-91b8a57b5bac" providerId="ADAL" clId="{4EA76E2A-8FE5-42EC-A2C3-32FE5282D9E4}" dt="2026-04-16T10:00:45.591" v="1051"/>
          <ac:spMkLst>
            <pc:docMk/>
            <pc:sldMk cId="1492330322" sldId="280"/>
            <ac:spMk id="10" creationId="{401D315A-ECCF-9F7A-6C0A-7AABF3BE7C1E}"/>
          </ac:spMkLst>
        </pc:spChg>
        <pc:spChg chg="mod">
          <ac:chgData name="Gangadhar Nataraj" userId="6b4a3dbc-90b9-454a-adde-91b8a57b5bac" providerId="ADAL" clId="{4EA76E2A-8FE5-42EC-A2C3-32FE5282D9E4}" dt="2026-04-16T10:00:45.591" v="1051"/>
          <ac:spMkLst>
            <pc:docMk/>
            <pc:sldMk cId="1492330322" sldId="280"/>
            <ac:spMk id="11" creationId="{14AD16CA-3621-B283-50C2-98A306A007AF}"/>
          </ac:spMkLst>
        </pc:spChg>
        <pc:spChg chg="mod">
          <ac:chgData name="Gangadhar Nataraj" userId="6b4a3dbc-90b9-454a-adde-91b8a57b5bac" providerId="ADAL" clId="{4EA76E2A-8FE5-42EC-A2C3-32FE5282D9E4}" dt="2026-04-16T10:00:45.591" v="1051"/>
          <ac:spMkLst>
            <pc:docMk/>
            <pc:sldMk cId="1492330322" sldId="280"/>
            <ac:spMk id="12" creationId="{02D015B9-E457-4A90-F4C5-D81E8C11565A}"/>
          </ac:spMkLst>
        </pc:spChg>
        <pc:grpChg chg="add mod">
          <ac:chgData name="Gangadhar Nataraj" userId="6b4a3dbc-90b9-454a-adde-91b8a57b5bac" providerId="ADAL" clId="{4EA76E2A-8FE5-42EC-A2C3-32FE5282D9E4}" dt="2026-04-16T09:45:40.225" v="601" actId="14100"/>
          <ac:grpSpMkLst>
            <pc:docMk/>
            <pc:sldMk cId="1492330322" sldId="280"/>
            <ac:grpSpMk id="5" creationId="{79641337-9C8F-4517-54DB-F622B254D3F9}"/>
          </ac:grpSpMkLst>
        </pc:grpChg>
        <pc:grpChg chg="add mod">
          <ac:chgData name="Gangadhar Nataraj" userId="6b4a3dbc-90b9-454a-adde-91b8a57b5bac" providerId="ADAL" clId="{4EA76E2A-8FE5-42EC-A2C3-32FE5282D9E4}" dt="2026-04-16T10:00:54.804" v="1053" actId="1076"/>
          <ac:grpSpMkLst>
            <pc:docMk/>
            <pc:sldMk cId="1492330322" sldId="280"/>
            <ac:grpSpMk id="7" creationId="{74130B94-2EAE-C469-FBEB-CB15CBDFE117}"/>
          </ac:grpSpMkLst>
        </pc:grpChg>
        <pc:picChg chg="add mod">
          <ac:chgData name="Gangadhar Nataraj" userId="6b4a3dbc-90b9-454a-adde-91b8a57b5bac" providerId="ADAL" clId="{4EA76E2A-8FE5-42EC-A2C3-32FE5282D9E4}" dt="2026-04-16T09:45:36.029" v="600" actId="164"/>
          <ac:picMkLst>
            <pc:docMk/>
            <pc:sldMk cId="1492330322" sldId="280"/>
            <ac:picMk id="3" creationId="{1B20AE2B-B7EA-86E1-A0E1-52ECFCD8A7D9}"/>
          </ac:picMkLst>
        </pc:picChg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986496905" sldId="281"/>
        </pc:sldMkLst>
      </pc:sldChg>
      <pc:sldChg chg="addSp delSp modSp new mod">
        <pc:chgData name="Gangadhar Nataraj" userId="6b4a3dbc-90b9-454a-adde-91b8a57b5bac" providerId="ADAL" clId="{4EA76E2A-8FE5-42EC-A2C3-32FE5282D9E4}" dt="2026-04-21T16:20:45.552" v="1423" actId="1076"/>
        <pc:sldMkLst>
          <pc:docMk/>
          <pc:sldMk cId="1579398899" sldId="281"/>
        </pc:sldMkLst>
        <pc:spChg chg="add mod">
          <ac:chgData name="Gangadhar Nataraj" userId="6b4a3dbc-90b9-454a-adde-91b8a57b5bac" providerId="ADAL" clId="{4EA76E2A-8FE5-42EC-A2C3-32FE5282D9E4}" dt="2026-04-21T16:13:51.023" v="1240"/>
          <ac:spMkLst>
            <pc:docMk/>
            <pc:sldMk cId="1579398899" sldId="281"/>
            <ac:spMk id="2" creationId="{E9A4FF38-9EC6-6312-816E-DFDC975C8E03}"/>
          </ac:spMkLst>
        </pc:spChg>
        <pc:spChg chg="add mod">
          <ac:chgData name="Gangadhar Nataraj" userId="6b4a3dbc-90b9-454a-adde-91b8a57b5bac" providerId="ADAL" clId="{4EA76E2A-8FE5-42EC-A2C3-32FE5282D9E4}" dt="2026-04-21T16:13:54.817" v="1242" actId="20577"/>
          <ac:spMkLst>
            <pc:docMk/>
            <pc:sldMk cId="1579398899" sldId="281"/>
            <ac:spMk id="3" creationId="{9A17A687-925A-86CC-FAF8-05C8EE0276BD}"/>
          </ac:spMkLst>
        </pc:spChg>
        <pc:spChg chg="add mod">
          <ac:chgData name="Gangadhar Nataraj" userId="6b4a3dbc-90b9-454a-adde-91b8a57b5bac" providerId="ADAL" clId="{4EA76E2A-8FE5-42EC-A2C3-32FE5282D9E4}" dt="2026-04-21T16:15:38.445" v="1251" actId="113"/>
          <ac:spMkLst>
            <pc:docMk/>
            <pc:sldMk cId="1579398899" sldId="281"/>
            <ac:spMk id="5" creationId="{F58346BF-157C-C34A-FADD-FC146CEF4397}"/>
          </ac:spMkLst>
        </pc:spChg>
        <pc:spChg chg="add del mod">
          <ac:chgData name="Gangadhar Nataraj" userId="6b4a3dbc-90b9-454a-adde-91b8a57b5bac" providerId="ADAL" clId="{4EA76E2A-8FE5-42EC-A2C3-32FE5282D9E4}" dt="2026-04-21T16:16:04.083" v="1255" actId="478"/>
          <ac:spMkLst>
            <pc:docMk/>
            <pc:sldMk cId="1579398899" sldId="281"/>
            <ac:spMk id="9" creationId="{4FB72F8D-30E2-853E-686D-01D3EF2F8B82}"/>
          </ac:spMkLst>
        </pc:spChg>
        <pc:spChg chg="add mod">
          <ac:chgData name="Gangadhar Nataraj" userId="6b4a3dbc-90b9-454a-adde-91b8a57b5bac" providerId="ADAL" clId="{4EA76E2A-8FE5-42EC-A2C3-32FE5282D9E4}" dt="2026-04-21T16:19:29.230" v="1359" actId="1076"/>
          <ac:spMkLst>
            <pc:docMk/>
            <pc:sldMk cId="1579398899" sldId="281"/>
            <ac:spMk id="17" creationId="{9CEB3D97-53BF-6C52-5EA0-47ED1B9FE86F}"/>
          </ac:spMkLst>
        </pc:spChg>
        <pc:spChg chg="add mod">
          <ac:chgData name="Gangadhar Nataraj" userId="6b4a3dbc-90b9-454a-adde-91b8a57b5bac" providerId="ADAL" clId="{4EA76E2A-8FE5-42EC-A2C3-32FE5282D9E4}" dt="2026-04-21T16:20:45.552" v="1423" actId="1076"/>
          <ac:spMkLst>
            <pc:docMk/>
            <pc:sldMk cId="1579398899" sldId="281"/>
            <ac:spMk id="22" creationId="{877E8034-038F-36D4-3B51-54FDE156205D}"/>
          </ac:spMkLst>
        </pc:spChg>
        <pc:picChg chg="add mod">
          <ac:chgData name="Gangadhar Nataraj" userId="6b4a3dbc-90b9-454a-adde-91b8a57b5bac" providerId="ADAL" clId="{4EA76E2A-8FE5-42EC-A2C3-32FE5282D9E4}" dt="2026-04-21T16:18:15.754" v="1274" actId="1076"/>
          <ac:picMkLst>
            <pc:docMk/>
            <pc:sldMk cId="1579398899" sldId="281"/>
            <ac:picMk id="7" creationId="{7F5FC3EF-DE6D-A8AA-CBD5-73065FED0A99}"/>
          </ac:picMkLst>
        </pc:picChg>
        <pc:picChg chg="add mod">
          <ac:chgData name="Gangadhar Nataraj" userId="6b4a3dbc-90b9-454a-adde-91b8a57b5bac" providerId="ADAL" clId="{4EA76E2A-8FE5-42EC-A2C3-32FE5282D9E4}" dt="2026-04-21T16:18:18.843" v="1276" actId="1076"/>
          <ac:picMkLst>
            <pc:docMk/>
            <pc:sldMk cId="1579398899" sldId="281"/>
            <ac:picMk id="11" creationId="{C4481B34-9B95-DFCF-650C-DD610DDAACE6}"/>
          </ac:picMkLst>
        </pc:picChg>
        <pc:picChg chg="add mod">
          <ac:chgData name="Gangadhar Nataraj" userId="6b4a3dbc-90b9-454a-adde-91b8a57b5bac" providerId="ADAL" clId="{4EA76E2A-8FE5-42EC-A2C3-32FE5282D9E4}" dt="2026-04-21T16:18:36.536" v="1278" actId="1076"/>
          <ac:picMkLst>
            <pc:docMk/>
            <pc:sldMk cId="1579398899" sldId="281"/>
            <ac:picMk id="13" creationId="{569210AE-B2B9-4649-DD4C-B4C643B8850B}"/>
          </ac:picMkLst>
        </pc:picChg>
        <pc:cxnChg chg="add mod">
          <ac:chgData name="Gangadhar Nataraj" userId="6b4a3dbc-90b9-454a-adde-91b8a57b5bac" providerId="ADAL" clId="{4EA76E2A-8FE5-42EC-A2C3-32FE5282D9E4}" dt="2026-04-21T16:19:39.907" v="1364" actId="14100"/>
          <ac:cxnSpMkLst>
            <pc:docMk/>
            <pc:sldMk cId="1579398899" sldId="281"/>
            <ac:cxnSpMk id="15" creationId="{590943AE-4255-ACE6-1337-12A5DC4B37F9}"/>
          </ac:cxnSpMkLst>
        </pc:cxnChg>
        <pc:cxnChg chg="add mod">
          <ac:chgData name="Gangadhar Nataraj" userId="6b4a3dbc-90b9-454a-adde-91b8a57b5bac" providerId="ADAL" clId="{4EA76E2A-8FE5-42EC-A2C3-32FE5282D9E4}" dt="2026-04-21T16:19:36.246" v="1363" actId="14100"/>
          <ac:cxnSpMkLst>
            <pc:docMk/>
            <pc:sldMk cId="1579398899" sldId="281"/>
            <ac:cxnSpMk id="18" creationId="{C9941AA9-D33B-97C5-DE6C-C416F662F803}"/>
          </ac:cxnSpMkLst>
        </pc:cxnChg>
        <pc:cxnChg chg="add mod">
          <ac:chgData name="Gangadhar Nataraj" userId="6b4a3dbc-90b9-454a-adde-91b8a57b5bac" providerId="ADAL" clId="{4EA76E2A-8FE5-42EC-A2C3-32FE5282D9E4}" dt="2026-04-21T16:20:33.788" v="1418" actId="14100"/>
          <ac:cxnSpMkLst>
            <pc:docMk/>
            <pc:sldMk cId="1579398899" sldId="281"/>
            <ac:cxnSpMk id="23" creationId="{ADF9EE54-2871-44C9-262B-F58206078F89}"/>
          </ac:cxnSpMkLst>
        </pc:cxnChg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322556806" sldId="282"/>
        </pc:sldMkLst>
      </pc:sldChg>
      <pc:sldChg chg="addSp delSp modSp add mod">
        <pc:chgData name="Gangadhar Nataraj" userId="6b4a3dbc-90b9-454a-adde-91b8a57b5bac" providerId="ADAL" clId="{4EA76E2A-8FE5-42EC-A2C3-32FE5282D9E4}" dt="2026-04-21T16:26:09.520" v="1534" actId="21"/>
        <pc:sldMkLst>
          <pc:docMk/>
          <pc:sldMk cId="2677761035" sldId="282"/>
        </pc:sldMkLst>
        <pc:spChg chg="mod">
          <ac:chgData name="Gangadhar Nataraj" userId="6b4a3dbc-90b9-454a-adde-91b8a57b5bac" providerId="ADAL" clId="{4EA76E2A-8FE5-42EC-A2C3-32FE5282D9E4}" dt="2026-04-21T16:16:16.138" v="1259" actId="20577"/>
          <ac:spMkLst>
            <pc:docMk/>
            <pc:sldMk cId="2677761035" sldId="282"/>
            <ac:spMk id="3" creationId="{F811BFD9-02A7-78DE-1582-F37E9C869C0D}"/>
          </ac:spMkLst>
        </pc:spChg>
        <pc:spChg chg="del">
          <ac:chgData name="Gangadhar Nataraj" userId="6b4a3dbc-90b9-454a-adde-91b8a57b5bac" providerId="ADAL" clId="{4EA76E2A-8FE5-42EC-A2C3-32FE5282D9E4}" dt="2026-04-21T16:16:12.545" v="1257" actId="478"/>
          <ac:spMkLst>
            <pc:docMk/>
            <pc:sldMk cId="2677761035" sldId="282"/>
            <ac:spMk id="5" creationId="{3636E8F4-9728-1342-A7F3-0A1E1E394BCF}"/>
          </ac:spMkLst>
        </pc:spChg>
        <pc:spChg chg="add mod">
          <ac:chgData name="Gangadhar Nataraj" userId="6b4a3dbc-90b9-454a-adde-91b8a57b5bac" providerId="ADAL" clId="{4EA76E2A-8FE5-42EC-A2C3-32FE5282D9E4}" dt="2026-04-21T16:26:09.520" v="1534" actId="21"/>
          <ac:spMkLst>
            <pc:docMk/>
            <pc:sldMk cId="2677761035" sldId="282"/>
            <ac:spMk id="6" creationId="{E5C15557-62C1-1E9F-D024-A561A0AA5274}"/>
          </ac:spMkLst>
        </pc:spChg>
        <pc:picChg chg="del">
          <ac:chgData name="Gangadhar Nataraj" userId="6b4a3dbc-90b9-454a-adde-91b8a57b5bac" providerId="ADAL" clId="{4EA76E2A-8FE5-42EC-A2C3-32FE5282D9E4}" dt="2026-04-21T16:16:12.545" v="1257" actId="478"/>
          <ac:picMkLst>
            <pc:docMk/>
            <pc:sldMk cId="2677761035" sldId="282"/>
            <ac:picMk id="7" creationId="{A702A9CF-BEE9-4E75-746C-AA4C9CBEA0ED}"/>
          </ac:picMkLst>
        </pc:picChg>
        <pc:picChg chg="add mod">
          <ac:chgData name="Gangadhar Nataraj" userId="6b4a3dbc-90b9-454a-adde-91b8a57b5bac" providerId="ADAL" clId="{4EA76E2A-8FE5-42EC-A2C3-32FE5282D9E4}" dt="2026-04-21T16:25:24.091" v="1523" actId="14100"/>
          <ac:picMkLst>
            <pc:docMk/>
            <pc:sldMk cId="2677761035" sldId="282"/>
            <ac:picMk id="9" creationId="{5132B398-F723-8434-52B8-07B762F3D792}"/>
          </ac:picMkLst>
        </pc:picChg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1667213806" sldId="283"/>
        </pc:sldMkLst>
      </pc:sldChg>
      <pc:sldChg chg="addSp delSp modSp add mod">
        <pc:chgData name="Gangadhar Nataraj" userId="6b4a3dbc-90b9-454a-adde-91b8a57b5bac" providerId="ADAL" clId="{4EA76E2A-8FE5-42EC-A2C3-32FE5282D9E4}" dt="2026-04-21T16:36:50.514" v="1607" actId="1076"/>
        <pc:sldMkLst>
          <pc:docMk/>
          <pc:sldMk cId="3140581336" sldId="283"/>
        </pc:sldMkLst>
        <pc:spChg chg="mod">
          <ac:chgData name="Gangadhar Nataraj" userId="6b4a3dbc-90b9-454a-adde-91b8a57b5bac" providerId="ADAL" clId="{4EA76E2A-8FE5-42EC-A2C3-32FE5282D9E4}" dt="2026-04-21T16:16:23.532" v="1262" actId="20577"/>
          <ac:spMkLst>
            <pc:docMk/>
            <pc:sldMk cId="3140581336" sldId="283"/>
            <ac:spMk id="3" creationId="{30052A7C-13B5-68DB-CCE1-46AA69BE2BEA}"/>
          </ac:spMkLst>
        </pc:spChg>
        <pc:spChg chg="add mod">
          <ac:chgData name="Gangadhar Nataraj" userId="6b4a3dbc-90b9-454a-adde-91b8a57b5bac" providerId="ADAL" clId="{4EA76E2A-8FE5-42EC-A2C3-32FE5282D9E4}" dt="2026-04-21T16:29:21.751" v="1545" actId="1076"/>
          <ac:spMkLst>
            <pc:docMk/>
            <pc:sldMk cId="3140581336" sldId="283"/>
            <ac:spMk id="5" creationId="{C2FCB790-C731-9D52-B8DC-01D3A79FDE70}"/>
          </ac:spMkLst>
        </pc:spChg>
        <pc:spChg chg="add del mod">
          <ac:chgData name="Gangadhar Nataraj" userId="6b4a3dbc-90b9-454a-adde-91b8a57b5bac" providerId="ADAL" clId="{4EA76E2A-8FE5-42EC-A2C3-32FE5282D9E4}" dt="2026-04-21T16:31:01.215" v="1566" actId="164"/>
          <ac:spMkLst>
            <pc:docMk/>
            <pc:sldMk cId="3140581336" sldId="283"/>
            <ac:spMk id="8" creationId="{CE490D68-ACCE-9D39-B13C-9F604141083A}"/>
          </ac:spMkLst>
        </pc:spChg>
        <pc:spChg chg="add del mod">
          <ac:chgData name="Gangadhar Nataraj" userId="6b4a3dbc-90b9-454a-adde-91b8a57b5bac" providerId="ADAL" clId="{4EA76E2A-8FE5-42EC-A2C3-32FE5282D9E4}" dt="2026-04-21T16:34:47.948" v="1586" actId="478"/>
          <ac:spMkLst>
            <pc:docMk/>
            <pc:sldMk cId="3140581336" sldId="283"/>
            <ac:spMk id="9" creationId="{BCFEB272-0ACC-046D-D476-5EBFFDAC1481}"/>
          </ac:spMkLst>
        </pc:spChg>
        <pc:spChg chg="add mod">
          <ac:chgData name="Gangadhar Nataraj" userId="6b4a3dbc-90b9-454a-adde-91b8a57b5bac" providerId="ADAL" clId="{4EA76E2A-8FE5-42EC-A2C3-32FE5282D9E4}" dt="2026-04-21T16:36:25.089" v="1598" actId="20577"/>
          <ac:spMkLst>
            <pc:docMk/>
            <pc:sldMk cId="3140581336" sldId="283"/>
            <ac:spMk id="10" creationId="{8F373041-5249-5584-FF90-D26DE1443E1F}"/>
          </ac:spMkLst>
        </pc:spChg>
        <pc:spChg chg="add del mod">
          <ac:chgData name="Gangadhar Nataraj" userId="6b4a3dbc-90b9-454a-adde-91b8a57b5bac" providerId="ADAL" clId="{4EA76E2A-8FE5-42EC-A2C3-32FE5282D9E4}" dt="2026-04-21T16:35:45.418" v="1594" actId="478"/>
          <ac:spMkLst>
            <pc:docMk/>
            <pc:sldMk cId="3140581336" sldId="283"/>
            <ac:spMk id="11" creationId="{E39CA6A1-80E7-E2FB-1F02-93E501147B01}"/>
          </ac:spMkLst>
        </pc:spChg>
        <pc:grpChg chg="add mod">
          <ac:chgData name="Gangadhar Nataraj" userId="6b4a3dbc-90b9-454a-adde-91b8a57b5bac" providerId="ADAL" clId="{4EA76E2A-8FE5-42EC-A2C3-32FE5282D9E4}" dt="2026-04-21T16:36:50.514" v="1607" actId="1076"/>
          <ac:grpSpMkLst>
            <pc:docMk/>
            <pc:sldMk cId="3140581336" sldId="283"/>
            <ac:grpSpMk id="12" creationId="{F0C997B4-56C6-84DD-409C-A4C4971BDFE5}"/>
          </ac:grpSpMkLst>
        </pc:grpChg>
        <pc:picChg chg="add mod">
          <ac:chgData name="Gangadhar Nataraj" userId="6b4a3dbc-90b9-454a-adde-91b8a57b5bac" providerId="ADAL" clId="{4EA76E2A-8FE5-42EC-A2C3-32FE5282D9E4}" dt="2026-04-21T16:31:01.215" v="1566" actId="164"/>
          <ac:picMkLst>
            <pc:docMk/>
            <pc:sldMk cId="3140581336" sldId="283"/>
            <ac:picMk id="7" creationId="{7A6060BD-587C-DF11-484D-47A70A5CFCDD}"/>
          </ac:picMkLst>
        </pc:picChg>
        <pc:picChg chg="add del mod">
          <ac:chgData name="Gangadhar Nataraj" userId="6b4a3dbc-90b9-454a-adde-91b8a57b5bac" providerId="ADAL" clId="{4EA76E2A-8FE5-42EC-A2C3-32FE5282D9E4}" dt="2026-04-21T16:34:49.818" v="1588" actId="478"/>
          <ac:picMkLst>
            <pc:docMk/>
            <pc:sldMk cId="3140581336" sldId="283"/>
            <ac:picMk id="14" creationId="{5C413861-B7B9-927A-2290-C677881858F5}"/>
          </ac:picMkLst>
        </pc:picChg>
        <pc:picChg chg="add mod">
          <ac:chgData name="Gangadhar Nataraj" userId="6b4a3dbc-90b9-454a-adde-91b8a57b5bac" providerId="ADAL" clId="{4EA76E2A-8FE5-42EC-A2C3-32FE5282D9E4}" dt="2026-04-21T16:34:55.316" v="1590" actId="1076"/>
          <ac:picMkLst>
            <pc:docMk/>
            <pc:sldMk cId="3140581336" sldId="283"/>
            <ac:picMk id="16" creationId="{78AB112A-5AE0-2DB1-E035-301BB5E995DA}"/>
          </ac:picMkLst>
        </pc:picChg>
        <pc:picChg chg="add mod">
          <ac:chgData name="Gangadhar Nataraj" userId="6b4a3dbc-90b9-454a-adde-91b8a57b5bac" providerId="ADAL" clId="{4EA76E2A-8FE5-42EC-A2C3-32FE5282D9E4}" dt="2026-04-21T16:35:40.164" v="1593" actId="208"/>
          <ac:picMkLst>
            <pc:docMk/>
            <pc:sldMk cId="3140581336" sldId="283"/>
            <ac:picMk id="18" creationId="{90818316-E292-FD22-FE1C-13691F9B47C5}"/>
          </ac:picMkLst>
        </pc:picChg>
        <pc:picChg chg="add del">
          <ac:chgData name="Gangadhar Nataraj" userId="6b4a3dbc-90b9-454a-adde-91b8a57b5bac" providerId="ADAL" clId="{4EA76E2A-8FE5-42EC-A2C3-32FE5282D9E4}" dt="2026-04-21T16:36:09.316" v="1596" actId="22"/>
          <ac:picMkLst>
            <pc:docMk/>
            <pc:sldMk cId="3140581336" sldId="283"/>
            <ac:picMk id="20" creationId="{1F53F151-AFE4-B5AB-B391-2EEF91250479}"/>
          </ac:picMkLst>
        </pc:picChg>
        <pc:picChg chg="add del mod">
          <ac:chgData name="Gangadhar Nataraj" userId="6b4a3dbc-90b9-454a-adde-91b8a57b5bac" providerId="ADAL" clId="{4EA76E2A-8FE5-42EC-A2C3-32FE5282D9E4}" dt="2026-04-21T16:36:38.222" v="1603" actId="21"/>
          <ac:picMkLst>
            <pc:docMk/>
            <pc:sldMk cId="3140581336" sldId="283"/>
            <ac:picMk id="22" creationId="{C0863E1A-6970-E8B6-AA05-0F836F937951}"/>
          </ac:picMkLst>
        </pc:picChg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955697086" sldId="284"/>
        </pc:sldMkLst>
      </pc:sldChg>
      <pc:sldChg chg="addSp delSp modSp add mod">
        <pc:chgData name="Gangadhar Nataraj" userId="6b4a3dbc-90b9-454a-adde-91b8a57b5bac" providerId="ADAL" clId="{4EA76E2A-8FE5-42EC-A2C3-32FE5282D9E4}" dt="2026-04-21T16:37:31.752" v="1622" actId="1076"/>
        <pc:sldMkLst>
          <pc:docMk/>
          <pc:sldMk cId="2387860303" sldId="284"/>
        </pc:sldMkLst>
        <pc:spChg chg="del">
          <ac:chgData name="Gangadhar Nataraj" userId="6b4a3dbc-90b9-454a-adde-91b8a57b5bac" providerId="ADAL" clId="{4EA76E2A-8FE5-42EC-A2C3-32FE5282D9E4}" dt="2026-04-21T16:27:19.580" v="1542" actId="478"/>
          <ac:spMkLst>
            <pc:docMk/>
            <pc:sldMk cId="2387860303" sldId="284"/>
            <ac:spMk id="2" creationId="{10F3FFD2-72F0-277F-471E-E94AB5294EC9}"/>
          </ac:spMkLst>
        </pc:spChg>
        <pc:spChg chg="del">
          <ac:chgData name="Gangadhar Nataraj" userId="6b4a3dbc-90b9-454a-adde-91b8a57b5bac" providerId="ADAL" clId="{4EA76E2A-8FE5-42EC-A2C3-32FE5282D9E4}" dt="2026-04-21T16:27:18.458" v="1541" actId="478"/>
          <ac:spMkLst>
            <pc:docMk/>
            <pc:sldMk cId="2387860303" sldId="284"/>
            <ac:spMk id="3" creationId="{99CB02C4-B42B-3294-8283-0C98FE563284}"/>
          </ac:spMkLst>
        </pc:spChg>
        <pc:spChg chg="add mod ord">
          <ac:chgData name="Gangadhar Nataraj" userId="6b4a3dbc-90b9-454a-adde-91b8a57b5bac" providerId="ADAL" clId="{4EA76E2A-8FE5-42EC-A2C3-32FE5282D9E4}" dt="2026-04-21T16:33:19.973" v="1577" actId="166"/>
          <ac:spMkLst>
            <pc:docMk/>
            <pc:sldMk cId="2387860303" sldId="284"/>
            <ac:spMk id="4" creationId="{74976D5B-51CD-666C-3DB0-0398A6E7F585}"/>
          </ac:spMkLst>
        </pc:spChg>
        <pc:spChg chg="del">
          <ac:chgData name="Gangadhar Nataraj" userId="6b4a3dbc-90b9-454a-adde-91b8a57b5bac" providerId="ADAL" clId="{4EA76E2A-8FE5-42EC-A2C3-32FE5282D9E4}" dt="2026-04-21T16:27:16.459" v="1540" actId="478"/>
          <ac:spMkLst>
            <pc:docMk/>
            <pc:sldMk cId="2387860303" sldId="284"/>
            <ac:spMk id="5" creationId="{3AF2825F-08C9-9CD9-50B0-A58B01E2F0CC}"/>
          </ac:spMkLst>
        </pc:spChg>
        <pc:spChg chg="add mod">
          <ac:chgData name="Gangadhar Nataraj" userId="6b4a3dbc-90b9-454a-adde-91b8a57b5bac" providerId="ADAL" clId="{4EA76E2A-8FE5-42EC-A2C3-32FE5282D9E4}" dt="2026-04-21T16:34:09.129" v="1583" actId="1076"/>
          <ac:spMkLst>
            <pc:docMk/>
            <pc:sldMk cId="2387860303" sldId="284"/>
            <ac:spMk id="12" creationId="{62A47B5D-CD2D-025F-694D-9614C8D213FA}"/>
          </ac:spMkLst>
        </pc:spChg>
        <pc:spChg chg="add mod">
          <ac:chgData name="Gangadhar Nataraj" userId="6b4a3dbc-90b9-454a-adde-91b8a57b5bac" providerId="ADAL" clId="{4EA76E2A-8FE5-42EC-A2C3-32FE5282D9E4}" dt="2026-04-21T16:37:31.752" v="1622" actId="1076"/>
          <ac:spMkLst>
            <pc:docMk/>
            <pc:sldMk cId="2387860303" sldId="284"/>
            <ac:spMk id="13" creationId="{3F015530-B255-262F-0880-802B0C880C28}"/>
          </ac:spMkLst>
        </pc:spChg>
        <pc:spChg chg="add mod">
          <ac:chgData name="Gangadhar Nataraj" userId="6b4a3dbc-90b9-454a-adde-91b8a57b5bac" providerId="ADAL" clId="{4EA76E2A-8FE5-42EC-A2C3-32FE5282D9E4}" dt="2026-04-21T16:37:12.661" v="1616" actId="1076"/>
          <ac:spMkLst>
            <pc:docMk/>
            <pc:sldMk cId="2387860303" sldId="284"/>
            <ac:spMk id="14" creationId="{5869DF1F-FDC8-178D-09FF-9D6B4030FCC0}"/>
          </ac:spMkLst>
        </pc:spChg>
        <pc:spChg chg="add mod">
          <ac:chgData name="Gangadhar Nataraj" userId="6b4a3dbc-90b9-454a-adde-91b8a57b5bac" providerId="ADAL" clId="{4EA76E2A-8FE5-42EC-A2C3-32FE5282D9E4}" dt="2026-04-21T16:37:06.373" v="1613" actId="571"/>
          <ac:spMkLst>
            <pc:docMk/>
            <pc:sldMk cId="2387860303" sldId="284"/>
            <ac:spMk id="15" creationId="{3CA51646-578C-C2B4-A6BE-ADEC68999FEE}"/>
          </ac:spMkLst>
        </pc:spChg>
        <pc:picChg chg="add mod">
          <ac:chgData name="Gangadhar Nataraj" userId="6b4a3dbc-90b9-454a-adde-91b8a57b5bac" providerId="ADAL" clId="{4EA76E2A-8FE5-42EC-A2C3-32FE5282D9E4}" dt="2026-04-21T16:33:12.632" v="1575" actId="1076"/>
          <ac:picMkLst>
            <pc:docMk/>
            <pc:sldMk cId="2387860303" sldId="284"/>
            <ac:picMk id="7" creationId="{4AE0ABCF-D0D0-7A21-1F49-7D0028592462}"/>
          </ac:picMkLst>
        </pc:picChg>
        <pc:picChg chg="add mod">
          <ac:chgData name="Gangadhar Nataraj" userId="6b4a3dbc-90b9-454a-adde-91b8a57b5bac" providerId="ADAL" clId="{4EA76E2A-8FE5-42EC-A2C3-32FE5282D9E4}" dt="2026-04-21T16:36:57.079" v="1610" actId="1076"/>
          <ac:picMkLst>
            <pc:docMk/>
            <pc:sldMk cId="2387860303" sldId="284"/>
            <ac:picMk id="9" creationId="{80FE4341-B851-7EFB-1585-EBADAF9F2F9E}"/>
          </ac:picMkLst>
        </pc:picChg>
        <pc:picChg chg="add mod ord">
          <ac:chgData name="Gangadhar Nataraj" userId="6b4a3dbc-90b9-454a-adde-91b8a57b5bac" providerId="ADAL" clId="{4EA76E2A-8FE5-42EC-A2C3-32FE5282D9E4}" dt="2026-04-21T16:37:26.990" v="1621" actId="1076"/>
          <ac:picMkLst>
            <pc:docMk/>
            <pc:sldMk cId="2387860303" sldId="284"/>
            <ac:picMk id="17" creationId="{BAC3C59E-9B69-6610-E689-7B4C2FA56990}"/>
          </ac:picMkLst>
        </pc:picChg>
        <pc:picChg chg="add del mod">
          <ac:chgData name="Gangadhar Nataraj" userId="6b4a3dbc-90b9-454a-adde-91b8a57b5bac" providerId="ADAL" clId="{4EA76E2A-8FE5-42EC-A2C3-32FE5282D9E4}" dt="2026-04-21T16:37:21.707" v="1617" actId="478"/>
          <ac:picMkLst>
            <pc:docMk/>
            <pc:sldMk cId="2387860303" sldId="284"/>
            <ac:picMk id="22" creationId="{C0863E1A-6970-E8B6-AA05-0F836F937951}"/>
          </ac:picMkLst>
        </pc:picChg>
        <pc:cxnChg chg="add mod">
          <ac:chgData name="Gangadhar Nataraj" userId="6b4a3dbc-90b9-454a-adde-91b8a57b5bac" providerId="ADAL" clId="{4EA76E2A-8FE5-42EC-A2C3-32FE5282D9E4}" dt="2026-04-21T16:36:57.079" v="1610" actId="1076"/>
          <ac:cxnSpMkLst>
            <pc:docMk/>
            <pc:sldMk cId="2387860303" sldId="284"/>
            <ac:cxnSpMk id="11" creationId="{FC7BD6A5-7BC4-02E9-796C-9A7C838C1BEE}"/>
          </ac:cxnSpMkLst>
        </pc:cxnChg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2258880898" sldId="285"/>
        </pc:sldMkLst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2836405712" sldId="286"/>
        </pc:sldMkLst>
      </pc:sldChg>
      <pc:sldChg chg="addSp new del mod">
        <pc:chgData name="Gangadhar Nataraj" userId="6b4a3dbc-90b9-454a-adde-91b8a57b5bac" providerId="ADAL" clId="{4EA76E2A-8FE5-42EC-A2C3-32FE5282D9E4}" dt="2026-04-07T10:20:55.832" v="51" actId="47"/>
        <pc:sldMkLst>
          <pc:docMk/>
          <pc:sldMk cId="3272244989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34268-DDBF-4C1B-AF6A-4B5F8C94F35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AB025-B933-420D-BB53-467B8D985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7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AB025-B933-420D-BB53-467B8D985B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09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318D-E9E3-611C-4884-315A88979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FD97A-7AB9-B4F1-A91F-4B60E678D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6D1AA-6A3E-1858-D1CE-4867D7CE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4937D-A3C5-9B4A-B5A3-1735E341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3877B-D145-4BDA-D673-9F778747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9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ADCE-B658-814F-2E30-9C0EFC1E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9DF16-E9D0-DEA9-E9BF-083347484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B32F5-796A-03F5-A103-991F22D5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A5C2F-E7FA-55C7-50F0-D1766599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3D8B1-1524-7B8D-3233-BD3C863C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EFC7-0071-4AF1-E484-D98A5CDD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54682-428F-F58C-9E42-D2DEA5B03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60F11-0066-2A35-0A61-97DC7747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148FA-DB23-7302-AEA3-388A95F6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79484-46C8-54BA-607B-4AAD2AC5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3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3965-829C-0738-6ADD-8877448E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8F4F-C8EC-AA03-5BEF-FB47A42BF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D9270-AD34-0E6E-1DC3-B2DFD7203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A782E-C29B-BBC0-ECEE-157C42B8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C328C-D20C-49AD-22C6-71615D85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42A43-89B4-C887-4FF4-3EF38F3E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4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A77F-8B41-8207-60DE-089B1399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174A1-356A-013E-94D4-5B564FF20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77AB4-D971-0A28-B8D4-C8D326A50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A7382-EB07-342B-C03E-AE40A5548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24142-E3AC-4A36-3A13-1EC1FC2BC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0DDF1-DEDE-1141-C49A-2231B94CA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CF7C3-00D8-71F3-FD15-2665C3ADE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4531EB-502E-64B8-14F6-BDB76981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1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7BEEA-ED86-DC9E-7F2F-90E0F706F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09DFB-0D73-1BE8-501C-537F7981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39ABA-C9BC-036A-E880-55A0B6C0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E3F30-FD59-6DD5-E3CF-D50B6511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5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93840-B967-F887-51E6-00215E53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BC1B2-C48C-3D7E-0E72-EE5DD109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90B74-2109-EF8E-A2E8-C747B1FA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7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AE1A-A984-6763-FE83-CE4318B8D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2B5AC-56DF-63A7-4572-CA349CED1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6EA8C-A0C3-D64D-033E-05AC71B7F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491B2-A8A3-4D06-FEFF-95C5DDD3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CBAC6-54E9-331C-608F-7FB1781F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0303E-35D5-EE6C-AD56-41E02C4F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8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E8D5D-46F0-D522-9435-3B14011B2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DFFA2-83F4-B74D-989D-2DBBEA1A2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DE5A4-11C8-B577-2DC7-A385DE0FE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FE595-373D-553D-C837-B6EE43AB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6A63-0D40-EBBD-DA5E-BA7C7F19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16F8A-2D12-A3AA-AD73-0A1C8DEF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1E0B-B5F4-0F1B-658A-2484976F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72F2D-D50D-1368-93F5-18CDBAB8D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CED54-7F67-CC68-7A20-211DB990A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43229-588A-B9A6-7D81-BBAD76C4B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2D226-2E35-EEBE-6900-8C32A5C77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5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4A63A-7C94-ED93-572C-CC88618BE1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55038-E932-52FD-DB96-100022F90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7B623-1DDF-AC53-275E-59A59B86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F3DA9-E6D5-7C24-A615-C470960E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1D710-C8F4-D991-10C3-F7B49B83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5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FE6358-98EF-5784-E905-86FEDB467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14F0F-782B-DFB5-C675-CA084DE75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A3AA7-0687-EDCE-AF79-F91A8085C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5C3CA-D40F-4B90-8C66-684AC3EE848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C9791-8054-07EE-53C5-E209B4438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ECEAC-91E0-E445-9E5A-E418CB51C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45529-90E2-462B-B377-5A2EAEC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2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hudqa/" TargetMode="External"/><Relationship Id="rId2" Type="http://schemas.openxmlformats.org/officeDocument/2006/relationships/hyperlink" Target="http://lhudprd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lhuddev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lhudprd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db-3235404798430706.6.azuredatabricks.net/serving-endpoints/databricks-claude-sonnet-4-6/invocations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mat.sabacloud.com/Saba/Web_spf/NA3P1PRD0037/app/me/learningeventdetail/cours000000000117692?regId=regdw000000008279997&amp;context=user&amp;learnerId=emplo000000000057773&amp;returnurl=catalog%2Fsearch%3FsearchText%3Dgithub%2526referrer%3Dtrue%2526filter%3D%7B%7D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db-3235404798430706.6.azuredatabricks.net/serving-endpoints/databricks-claude-sonnet-4-6/invocations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1CDA-23A6-A08E-5108-DF1F7AA46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Databricks and Tableau Cloud Essentials Training (DTCE)</a:t>
            </a:r>
            <a:br>
              <a:rPr lang="en-US" b="1" dirty="0"/>
            </a:br>
            <a:r>
              <a:rPr lang="en-US" b="1" dirty="0"/>
              <a:t>AGU Training</a:t>
            </a:r>
          </a:p>
        </p:txBody>
      </p:sp>
    </p:spTree>
    <p:extLst>
      <p:ext uri="{BB962C8B-B14F-4D97-AF65-F5344CB8AC3E}">
        <p14:creationId xmlns:p14="http://schemas.microsoft.com/office/powerpoint/2010/main" val="279028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BBACEEB-13FF-3B76-A3F9-8E8CA99A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5" y="1569095"/>
            <a:ext cx="2808641" cy="33193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5973C17-9635-3D08-152B-B8568A8F0FC1}"/>
              </a:ext>
            </a:extLst>
          </p:cNvPr>
          <p:cNvSpPr txBox="1"/>
          <p:nvPr/>
        </p:nvSpPr>
        <p:spPr>
          <a:xfrm>
            <a:off x="808638" y="4607007"/>
            <a:ext cx="1893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en-US" dirty="0"/>
              <a:t>This is where data lives.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F613AF-A670-FC6D-4601-9BD777CF3403}"/>
              </a:ext>
            </a:extLst>
          </p:cNvPr>
          <p:cNvSpPr txBox="1"/>
          <p:nvPr/>
        </p:nvSpPr>
        <p:spPr>
          <a:xfrm>
            <a:off x="849786" y="3751639"/>
            <a:ext cx="18111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Backend Data Processing.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9F8ED1-04BE-94F5-ACC4-6E5E9CDACC07}"/>
              </a:ext>
            </a:extLst>
          </p:cNvPr>
          <p:cNvSpPr txBox="1"/>
          <p:nvPr/>
        </p:nvSpPr>
        <p:spPr>
          <a:xfrm>
            <a:off x="872085" y="2896271"/>
            <a:ext cx="11344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User Interface.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B76F93C-6E24-DF9A-83C0-766CA6134F69}"/>
              </a:ext>
            </a:extLst>
          </p:cNvPr>
          <p:cNvGrpSpPr/>
          <p:nvPr/>
        </p:nvGrpSpPr>
        <p:grpSpPr>
          <a:xfrm>
            <a:off x="2992920" y="5172437"/>
            <a:ext cx="7097713" cy="1027195"/>
            <a:chOff x="2992920" y="5172437"/>
            <a:chExt cx="7097713" cy="101566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542ED7-C9D2-6B9E-1588-7D7F08C69B71}"/>
                </a:ext>
              </a:extLst>
            </p:cNvPr>
            <p:cNvSpPr txBox="1"/>
            <p:nvPr/>
          </p:nvSpPr>
          <p:spPr>
            <a:xfrm>
              <a:off x="2992920" y="5172437"/>
              <a:ext cx="492379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Databricks does NOT store data itself, Instead, it uses </a:t>
              </a:r>
              <a:r>
                <a:rPr lang="en-US" sz="1200" b="1" dirty="0"/>
                <a:t>cloud storage </a:t>
              </a:r>
              <a:r>
                <a:rPr lang="en-US" sz="1200" dirty="0"/>
                <a:t>and saves data in Delta Lake (enhanced Parquet) format.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sz="1200" dirty="0"/>
                <a:t>Azure Data Lake (ADLS)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sz="1200" dirty="0"/>
                <a:t>Amazon S3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sz="1200" dirty="0"/>
                <a:t>Google Cloud Storage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CF821FA-A912-175D-7ADA-B10D4801CA47}"/>
                </a:ext>
              </a:extLst>
            </p:cNvPr>
            <p:cNvSpPr txBox="1"/>
            <p:nvPr/>
          </p:nvSpPr>
          <p:spPr>
            <a:xfrm>
              <a:off x="8192795" y="5172437"/>
              <a:ext cx="189783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US" dirty="0"/>
                <a:t>Delta Lake provides: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dirty="0"/>
                <a:t>ACID transactions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dirty="0"/>
                <a:t>Time travel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dirty="0"/>
                <a:t>Schema enforcement</a:t>
              </a:r>
            </a:p>
            <a:p>
              <a:pPr marL="228600" indent="-228600">
                <a:buFont typeface="+mj-lt"/>
                <a:buAutoNum type="arabicPeriod"/>
              </a:pPr>
              <a:r>
                <a:rPr lang="en-US" dirty="0"/>
                <a:t>Faster reads/writes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6B76636-85AD-E9BB-9F03-C5E317ECA4EA}"/>
              </a:ext>
            </a:extLst>
          </p:cNvPr>
          <p:cNvGrpSpPr/>
          <p:nvPr/>
        </p:nvGrpSpPr>
        <p:grpSpPr>
          <a:xfrm>
            <a:off x="2992920" y="884955"/>
            <a:ext cx="8712347" cy="1384995"/>
            <a:chOff x="2750277" y="908128"/>
            <a:chExt cx="8712347" cy="138499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8A0AD3C-4A39-2F25-3CB7-719DE1DA674E}"/>
                </a:ext>
              </a:extLst>
            </p:cNvPr>
            <p:cNvSpPr txBox="1"/>
            <p:nvPr/>
          </p:nvSpPr>
          <p:spPr>
            <a:xfrm>
              <a:off x="7478353" y="1454729"/>
              <a:ext cx="398427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100" b="1"/>
              </a:lvl1pPr>
            </a:lstStyle>
            <a:p>
              <a:r>
                <a:rPr lang="en-US" sz="1200" dirty="0">
                  <a:highlight>
                    <a:srgbClr val="FFFF00"/>
                  </a:highlight>
                </a:rPr>
                <a:t>Example: </a:t>
              </a:r>
              <a:r>
                <a:rPr lang="en-US" sz="1200" b="0" dirty="0">
                  <a:highlight>
                    <a:srgbClr val="FFFF00"/>
                  </a:highlight>
                </a:rPr>
                <a:t>You open a Databricks notebook and write SQL or Python code → You are working in the Workspace layer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3F4ED2-529A-4EDA-515F-ECEEAC82F8D1}"/>
                </a:ext>
              </a:extLst>
            </p:cNvPr>
            <p:cNvSpPr txBox="1"/>
            <p:nvPr/>
          </p:nvSpPr>
          <p:spPr>
            <a:xfrm>
              <a:off x="2750277" y="908128"/>
              <a:ext cx="3074451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r>
                <a:rPr lang="en-US" b="1" dirty="0"/>
                <a:t>This is what users see and interact with</a:t>
              </a:r>
              <a:r>
                <a:rPr lang="en-US" dirty="0"/>
                <a:t>.</a:t>
              </a:r>
            </a:p>
            <a:p>
              <a:r>
                <a:rPr lang="en-US" b="1" dirty="0"/>
                <a:t>What’s inside the workspace?</a:t>
              </a:r>
            </a:p>
            <a:p>
              <a:r>
                <a:rPr lang="en-US" dirty="0"/>
                <a:t>Notebooks (Python, SQL, Scala)</a:t>
              </a:r>
            </a:p>
            <a:p>
              <a:r>
                <a:rPr lang="en-US" dirty="0"/>
                <a:t>Dashboards</a:t>
              </a:r>
            </a:p>
            <a:p>
              <a:r>
                <a:rPr lang="en-US" dirty="0"/>
                <a:t>Jobs &amp; Workflows</a:t>
              </a:r>
            </a:p>
            <a:p>
              <a:r>
                <a:rPr lang="en-US" dirty="0"/>
                <a:t>Data exploration tools</a:t>
              </a:r>
            </a:p>
            <a:p>
              <a:r>
                <a:rPr lang="en-US" dirty="0"/>
                <a:t>User access &amp; permissions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A434551-60C9-5BF1-DEDC-404048114DD3}"/>
                </a:ext>
              </a:extLst>
            </p:cNvPr>
            <p:cNvSpPr txBox="1"/>
            <p:nvPr/>
          </p:nvSpPr>
          <p:spPr>
            <a:xfrm>
              <a:off x="5824728" y="1270064"/>
              <a:ext cx="145551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100" b="1"/>
              </a:lvl1pPr>
            </a:lstStyle>
            <a:p>
              <a:r>
                <a:rPr lang="en-US" sz="1200" dirty="0"/>
                <a:t>Who uses this?</a:t>
              </a:r>
            </a:p>
            <a:p>
              <a:r>
                <a:rPr lang="en-US" sz="1200" b="0" dirty="0"/>
                <a:t>Data Engineers</a:t>
              </a:r>
            </a:p>
            <a:p>
              <a:r>
                <a:rPr lang="en-US" sz="1200" b="0" dirty="0"/>
                <a:t>Data Analysts</a:t>
              </a:r>
            </a:p>
            <a:p>
              <a:r>
                <a:rPr lang="en-US" sz="1200" b="0" dirty="0"/>
                <a:t>Data Scientists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F89EBFD-DE75-D357-BAD9-21F393BC021D}"/>
              </a:ext>
            </a:extLst>
          </p:cNvPr>
          <p:cNvGrpSpPr/>
          <p:nvPr/>
        </p:nvGrpSpPr>
        <p:grpSpPr>
          <a:xfrm>
            <a:off x="3047238" y="2967335"/>
            <a:ext cx="8803734" cy="1523017"/>
            <a:chOff x="3047238" y="2967335"/>
            <a:chExt cx="8803734" cy="15230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60DE8AD-C242-E33A-E057-8951501A4010}"/>
                </a:ext>
              </a:extLst>
            </p:cNvPr>
            <p:cNvSpPr txBox="1"/>
            <p:nvPr/>
          </p:nvSpPr>
          <p:spPr>
            <a:xfrm>
              <a:off x="3661564" y="4228742"/>
              <a:ext cx="558758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highlight>
                    <a:srgbClr val="FFFF00"/>
                  </a:highlight>
                </a:rPr>
                <a:t>Example: </a:t>
              </a:r>
              <a:r>
                <a:rPr lang="en-US" sz="1100" dirty="0">
                  <a:highlight>
                    <a:srgbClr val="FFFF00"/>
                  </a:highlight>
                </a:rPr>
                <a:t>When you click Run on a notebook cell, Databricks sends the job to a cluster.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BABE910-95A1-DF0D-C7C0-004ACAF52CCC}"/>
                </a:ext>
              </a:extLst>
            </p:cNvPr>
            <p:cNvSpPr txBox="1"/>
            <p:nvPr/>
          </p:nvSpPr>
          <p:spPr>
            <a:xfrm>
              <a:off x="3047238" y="2967335"/>
              <a:ext cx="481516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200" b="1"/>
              </a:lvl1pPr>
            </a:lstStyle>
            <a:p>
              <a:r>
                <a:rPr lang="en-US" dirty="0"/>
                <a:t>What is a cluster?</a:t>
              </a:r>
            </a:p>
            <a:p>
              <a:r>
                <a:rPr lang="en-US" b="0" dirty="0"/>
                <a:t>A cluster = group of virtual machines that runs Spark to process data.</a:t>
              </a:r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62AAF01-A1F2-D85E-869F-4B9EC00B5D3D}"/>
                </a:ext>
              </a:extLst>
            </p:cNvPr>
            <p:cNvSpPr txBox="1"/>
            <p:nvPr/>
          </p:nvSpPr>
          <p:spPr>
            <a:xfrm>
              <a:off x="3047238" y="3571108"/>
              <a:ext cx="74866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200" b="1"/>
              </a:lvl1pPr>
            </a:lstStyle>
            <a:p>
              <a:r>
                <a:rPr lang="en-US" dirty="0"/>
                <a:t>2 Types of Clusters </a:t>
              </a:r>
              <a:br>
                <a:rPr lang="en-US" dirty="0"/>
              </a:br>
              <a:r>
                <a:rPr lang="en-US" dirty="0"/>
                <a:t>Interactive Cluster </a:t>
              </a:r>
              <a:r>
                <a:rPr lang="en-US" b="0" dirty="0"/>
                <a:t>→ For notebooks, analysis, development -&gt; </a:t>
              </a:r>
              <a:r>
                <a:rPr lang="en-US" b="0" dirty="0">
                  <a:highlight>
                    <a:srgbClr val="FFFF00"/>
                  </a:highlight>
                </a:rPr>
                <a:t>Permanent Task</a:t>
              </a:r>
            </a:p>
            <a:p>
              <a:r>
                <a:rPr lang="en-US" dirty="0"/>
                <a:t>Job Cluster </a:t>
              </a:r>
              <a:r>
                <a:rPr lang="en-US" b="0" dirty="0"/>
                <a:t>→ Automatically created for scheduled jobs and deleted after execution -&gt; </a:t>
              </a:r>
              <a:r>
                <a:rPr lang="en-US" b="0" dirty="0">
                  <a:highlight>
                    <a:srgbClr val="FFFF00"/>
                  </a:highlight>
                </a:rPr>
                <a:t>Temporary Task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CB1B220-05B6-8AE9-C185-5FB80D54F1DB}"/>
                </a:ext>
              </a:extLst>
            </p:cNvPr>
            <p:cNvSpPr txBox="1"/>
            <p:nvPr/>
          </p:nvSpPr>
          <p:spPr>
            <a:xfrm>
              <a:off x="10037554" y="3165334"/>
              <a:ext cx="181341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100" b="1"/>
              </a:lvl1pPr>
            </a:lstStyle>
            <a:p>
              <a:r>
                <a:rPr lang="en-US" sz="1200" dirty="0"/>
                <a:t>What happens here?</a:t>
              </a:r>
            </a:p>
            <a:p>
              <a:r>
                <a:rPr lang="en-US" sz="1200" b="0" dirty="0"/>
                <a:t>Running Spark jobs</a:t>
              </a:r>
            </a:p>
            <a:p>
              <a:r>
                <a:rPr lang="en-US" sz="1200" b="0" dirty="0"/>
                <a:t>Data transformation</a:t>
              </a:r>
            </a:p>
            <a:p>
              <a:r>
                <a:rPr lang="en-US" sz="1200" b="0" dirty="0"/>
                <a:t>Machine learning</a:t>
              </a:r>
            </a:p>
            <a:p>
              <a:r>
                <a:rPr lang="en-US" sz="1200" b="0" dirty="0"/>
                <a:t>Query execution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7D74D446-1A13-470E-BF34-08423D38B71D}"/>
              </a:ext>
            </a:extLst>
          </p:cNvPr>
          <p:cNvSpPr txBox="1"/>
          <p:nvPr/>
        </p:nvSpPr>
        <p:spPr>
          <a:xfrm>
            <a:off x="212598" y="113367"/>
            <a:ext cx="119032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Databricks Architecture – Simple View: Think of Databricks as a smart data factory built on top of the cloud (Azure / AWS / GCP).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DCB73C-4C09-87D6-C5D9-094F9FA85253}"/>
              </a:ext>
            </a:extLst>
          </p:cNvPr>
          <p:cNvSpPr txBox="1"/>
          <p:nvPr/>
        </p:nvSpPr>
        <p:spPr>
          <a:xfrm>
            <a:off x="113545" y="954503"/>
            <a:ext cx="27803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highlight>
                  <a:srgbClr val="FFFF00"/>
                </a:highlight>
              </a:rPr>
              <a:t>At a high level, Databricks has 3 main layers: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37F30D0-BB25-8967-A836-0094D19F35B4}"/>
              </a:ext>
            </a:extLst>
          </p:cNvPr>
          <p:cNvCxnSpPr/>
          <p:nvPr/>
        </p:nvCxnSpPr>
        <p:spPr>
          <a:xfrm flipV="1">
            <a:off x="2779776" y="2269950"/>
            <a:ext cx="512064" cy="555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1FA76EF-D1E9-C082-FDA8-4E4F3BC83D92}"/>
              </a:ext>
            </a:extLst>
          </p:cNvPr>
          <p:cNvCxnSpPr>
            <a:cxnSpLocks/>
          </p:cNvCxnSpPr>
          <p:nvPr/>
        </p:nvCxnSpPr>
        <p:spPr>
          <a:xfrm>
            <a:off x="2483262" y="3780494"/>
            <a:ext cx="509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8A54A20-10E5-1D80-15A5-4B4A1D8BFD02}"/>
              </a:ext>
            </a:extLst>
          </p:cNvPr>
          <p:cNvCxnSpPr>
            <a:cxnSpLocks/>
          </p:cNvCxnSpPr>
          <p:nvPr/>
        </p:nvCxnSpPr>
        <p:spPr>
          <a:xfrm>
            <a:off x="2660904" y="4534516"/>
            <a:ext cx="630936" cy="549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61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1AAB39-06D7-A8A2-3A97-E7834C68509E}"/>
              </a:ext>
            </a:extLst>
          </p:cNvPr>
          <p:cNvSpPr txBox="1"/>
          <p:nvPr/>
        </p:nvSpPr>
        <p:spPr>
          <a:xfrm>
            <a:off x="390852" y="1769471"/>
            <a:ext cx="19088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PROD: </a:t>
            </a:r>
            <a:r>
              <a:rPr lang="en-US" dirty="0" err="1">
                <a:effectLst/>
                <a:hlinkClick r:id="rId2" tooltip="http://lhudprd/"/>
              </a:rPr>
              <a:t>lhudprd</a:t>
            </a:r>
            <a:r>
              <a:rPr lang="en-US" dirty="0">
                <a:effectLst/>
                <a:hlinkClick r:id="rId2" tooltip="http://lhudprd/"/>
              </a:rPr>
              <a:t>/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effectLst/>
              </a:rPr>
              <a:t>QA: </a:t>
            </a:r>
            <a:r>
              <a:rPr lang="en-US" dirty="0" err="1">
                <a:effectLst/>
                <a:hlinkClick r:id="rId3" tooltip="http://lhudqa/"/>
              </a:rPr>
              <a:t>lhudqa</a:t>
            </a:r>
            <a:r>
              <a:rPr lang="en-US" dirty="0">
                <a:effectLst/>
                <a:hlinkClick r:id="rId3" tooltip="http://lhudqa/"/>
              </a:rPr>
              <a:t>/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dirty="0">
                <a:effectLst/>
              </a:rPr>
              <a:t>DEV: </a:t>
            </a:r>
            <a:r>
              <a:rPr lang="en-US" dirty="0" err="1">
                <a:effectLst/>
                <a:hlinkClick r:id="rId4" tooltip="http://lhuddev/"/>
              </a:rPr>
              <a:t>lhuddev</a:t>
            </a:r>
            <a:r>
              <a:rPr lang="en-US" dirty="0">
                <a:effectLst/>
                <a:hlinkClick r:id="rId4" tooltip="http://lhuddev/"/>
              </a:rPr>
              <a:t>/</a:t>
            </a:r>
            <a:endParaRPr lang="en-US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06767-4DA3-303F-10B6-646AFB54652C}"/>
              </a:ext>
            </a:extLst>
          </p:cNvPr>
          <p:cNvSpPr txBox="1"/>
          <p:nvPr/>
        </p:nvSpPr>
        <p:spPr>
          <a:xfrm>
            <a:off x="226260" y="370439"/>
            <a:ext cx="107373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Get Access Databricks(Normal &amp; Advance)PROD &amp; ML workspace</a:t>
            </a:r>
          </a:p>
          <a:p>
            <a:r>
              <a:rPr lang="en-US" dirty="0"/>
              <a:t>2. Create API key</a:t>
            </a:r>
          </a:p>
          <a:p>
            <a:r>
              <a:rPr lang="en-US" dirty="0"/>
              <a:t>3. Integrate into Python</a:t>
            </a:r>
          </a:p>
          <a:p>
            <a:r>
              <a:rPr lang="en-US" dirty="0"/>
              <a:t>4. Installing </a:t>
            </a:r>
            <a:r>
              <a:rPr lang="en-US" b="1" dirty="0"/>
              <a:t>ODBC Driver</a:t>
            </a:r>
            <a:r>
              <a:rPr lang="en-US" dirty="0"/>
              <a:t> and Connecting it To </a:t>
            </a:r>
            <a:r>
              <a:rPr lang="en-US" b="1" dirty="0"/>
              <a:t>Databricks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438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9CBD00-60E2-FD26-B94A-58CE2BE20A1F}"/>
              </a:ext>
            </a:extLst>
          </p:cNvPr>
          <p:cNvSpPr txBox="1"/>
          <p:nvPr/>
        </p:nvSpPr>
        <p:spPr>
          <a:xfrm>
            <a:off x="358902" y="25424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PROD: </a:t>
            </a:r>
            <a:r>
              <a:rPr lang="en-US" dirty="0" err="1">
                <a:effectLst/>
                <a:hlinkClick r:id="rId2" tooltip="http://lhudprd/"/>
              </a:rPr>
              <a:t>lhudprd</a:t>
            </a:r>
            <a:r>
              <a:rPr lang="en-US" dirty="0">
                <a:effectLst/>
                <a:hlinkClick r:id="rId2" tooltip="http://lhudprd/"/>
              </a:rPr>
              <a:t>/</a:t>
            </a:r>
            <a:endParaRPr lang="en-US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59C61-410B-5DAD-AA82-D6B9B347F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6" y="700178"/>
            <a:ext cx="11207424" cy="58849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889FF-CEFD-9375-3093-72138E744CA0}"/>
              </a:ext>
            </a:extLst>
          </p:cNvPr>
          <p:cNvSpPr txBox="1"/>
          <p:nvPr/>
        </p:nvSpPr>
        <p:spPr>
          <a:xfrm>
            <a:off x="2468880" y="434340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65525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58A45-03E5-7423-51F0-B2A0A6AB2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47" y="339566"/>
            <a:ext cx="11798906" cy="61788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C482CD-1097-A458-6BDB-1412D93F28CF}"/>
              </a:ext>
            </a:extLst>
          </p:cNvPr>
          <p:cNvSpPr txBox="1"/>
          <p:nvPr/>
        </p:nvSpPr>
        <p:spPr>
          <a:xfrm>
            <a:off x="4942332" y="2518791"/>
            <a:ext cx="5392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Copy this URL to safe Place “Teams Chat and save it.</a:t>
            </a:r>
          </a:p>
        </p:txBody>
      </p:sp>
    </p:spTree>
    <p:extLst>
      <p:ext uri="{BB962C8B-B14F-4D97-AF65-F5344CB8AC3E}">
        <p14:creationId xmlns:p14="http://schemas.microsoft.com/office/powerpoint/2010/main" val="82913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B52C37-FE3C-75A9-559B-F82E9E6BE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1" y="104604"/>
            <a:ext cx="12027518" cy="664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7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D7C33-E1F9-0DD9-E231-939C22363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76027"/>
            <a:ext cx="12122773" cy="67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70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1C3DA7-07A3-8450-1A4A-442342187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9" y="133180"/>
            <a:ext cx="12103722" cy="65916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C6AF28-BCA7-E256-B0E7-D5D36C700C52}"/>
              </a:ext>
            </a:extLst>
          </p:cNvPr>
          <p:cNvSpPr txBox="1"/>
          <p:nvPr/>
        </p:nvSpPr>
        <p:spPr>
          <a:xfrm>
            <a:off x="10067544" y="2011680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08649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7911FF-1C79-02E7-0DBB-592583402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9" y="377668"/>
            <a:ext cx="12078321" cy="6102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4EF607-FC79-A4A2-4881-5C5DADAE6F49}"/>
              </a:ext>
            </a:extLst>
          </p:cNvPr>
          <p:cNvSpPr txBox="1"/>
          <p:nvPr/>
        </p:nvSpPr>
        <p:spPr>
          <a:xfrm>
            <a:off x="2084832" y="4471416"/>
            <a:ext cx="97158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Click Generate New Token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Increase the number of Days(90 or 180 days)</a:t>
            </a:r>
          </a:p>
          <a:p>
            <a:r>
              <a:rPr lang="en-US" dirty="0">
                <a:highlight>
                  <a:srgbClr val="FFFF00"/>
                </a:highlight>
              </a:rPr>
              <a:t>*Copy that Token number to safe Place “Teams Chat and save it. You cant see this number again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64D02-394C-D716-5D58-E69164A51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555" y="5655454"/>
            <a:ext cx="5734345" cy="6921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21894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BF383E-9EC2-E047-765F-B31E33F1E879}"/>
              </a:ext>
            </a:extLst>
          </p:cNvPr>
          <p:cNvSpPr/>
          <p:nvPr/>
        </p:nvSpPr>
        <p:spPr>
          <a:xfrm>
            <a:off x="216027" y="301752"/>
            <a:ext cx="558698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Now We got,</a:t>
            </a:r>
            <a:br>
              <a:rPr lang="en-US" dirty="0"/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URL</a:t>
            </a:r>
            <a:r>
              <a:rPr lang="en-US" dirty="0"/>
              <a:t> for “</a:t>
            </a:r>
            <a:r>
              <a:rPr lang="en-US" b="1" dirty="0"/>
              <a:t>databricks-claude-sonnet-4-6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Token ID</a:t>
            </a:r>
            <a:r>
              <a:rPr lang="en-US" b="1" dirty="0">
                <a:solidFill>
                  <a:schemeClr val="bg1"/>
                </a:solidFill>
              </a:rPr>
              <a:t> Password to connect Databricks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38613E1-D54C-1870-3E05-C4B6C06D673D}"/>
              </a:ext>
            </a:extLst>
          </p:cNvPr>
          <p:cNvGrpSpPr/>
          <p:nvPr/>
        </p:nvGrpSpPr>
        <p:grpSpPr>
          <a:xfrm>
            <a:off x="285750" y="1561838"/>
            <a:ext cx="11427714" cy="1297341"/>
            <a:chOff x="285750" y="1561838"/>
            <a:chExt cx="11427714" cy="12973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D1BD211-FB36-A515-11E4-0609DEF84CA2}"/>
                </a:ext>
              </a:extLst>
            </p:cNvPr>
            <p:cNvSpPr txBox="1"/>
            <p:nvPr/>
          </p:nvSpPr>
          <p:spPr>
            <a:xfrm>
              <a:off x="285750" y="2212848"/>
              <a:ext cx="1142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it-IT" b="1" dirty="0"/>
                <a:t>URL</a:t>
              </a:r>
              <a:r>
                <a:rPr lang="it-IT" dirty="0"/>
                <a:t>:</a:t>
              </a:r>
              <a:r>
                <a:rPr lang="it-IT" dirty="0">
                  <a:effectLst/>
                  <a:hlinkClick r:id="rId2" tooltip="https://adb-3235404798430706.6.azuredatabricks.net/serving-endpoints/databricks-claude-sonnet-4-6/invocations"/>
                </a:rPr>
                <a:t>https://adb-3235404798430706.6.azuredatabricks.net/serving-endpoints/databricks-claude-sonnet-4-6/i…</a:t>
              </a:r>
              <a:endParaRPr lang="it-IT" dirty="0"/>
            </a:p>
            <a:p>
              <a:pPr>
                <a:buNone/>
              </a:pPr>
              <a:r>
                <a:rPr lang="it-IT" b="1" dirty="0"/>
                <a:t>API Token ID</a:t>
              </a:r>
              <a:r>
                <a:rPr lang="it-IT" dirty="0"/>
                <a:t>:dapi01566cb8f84e1e6a8bb168ed72e6c80d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BB91609-BC9A-5BF1-EF86-F36ADD297D42}"/>
                </a:ext>
              </a:extLst>
            </p:cNvPr>
            <p:cNvSpPr txBox="1"/>
            <p:nvPr/>
          </p:nvSpPr>
          <p:spPr>
            <a:xfrm>
              <a:off x="3242695" y="1561838"/>
              <a:ext cx="596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URL</a:t>
              </a: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1F10471C-7410-AF8F-CDF1-9F905DB963C3}"/>
                </a:ext>
              </a:extLst>
            </p:cNvPr>
            <p:cNvSpPr/>
            <p:nvPr/>
          </p:nvSpPr>
          <p:spPr>
            <a:xfrm rot="5400000">
              <a:off x="3344418" y="-549140"/>
              <a:ext cx="393192" cy="535381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5A60A8-C0ED-275D-515F-2A28BD285172}"/>
                </a:ext>
              </a:extLst>
            </p:cNvPr>
            <p:cNvSpPr txBox="1"/>
            <p:nvPr/>
          </p:nvSpPr>
          <p:spPr>
            <a:xfrm>
              <a:off x="8352669" y="1561838"/>
              <a:ext cx="1462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End Point</a:t>
              </a:r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488FC981-B1C9-EEA4-7960-F2CEF5183C78}"/>
                </a:ext>
              </a:extLst>
            </p:cNvPr>
            <p:cNvSpPr/>
            <p:nvPr/>
          </p:nvSpPr>
          <p:spPr>
            <a:xfrm rot="5400000">
              <a:off x="8645652" y="-496562"/>
              <a:ext cx="393192" cy="524865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90D9B4B-5B76-FD40-9AEB-7371F19C74D2}"/>
              </a:ext>
            </a:extLst>
          </p:cNvPr>
          <p:cNvSpPr txBox="1"/>
          <p:nvPr/>
        </p:nvSpPr>
        <p:spPr>
          <a:xfrm>
            <a:off x="285750" y="3140857"/>
            <a:ext cx="976350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Think of it like this:</a:t>
            </a:r>
          </a:p>
          <a:p>
            <a:endParaRPr lang="en-US" sz="1400" dirty="0"/>
          </a:p>
          <a:p>
            <a:r>
              <a:rPr lang="en-US" sz="1400" b="1" dirty="0"/>
              <a:t>URL</a:t>
            </a:r>
            <a:r>
              <a:rPr lang="en-US" sz="1400" dirty="0"/>
              <a:t> = Apartment building address</a:t>
            </a:r>
          </a:p>
          <a:p>
            <a:r>
              <a:rPr lang="en-US" sz="1400" b="1" dirty="0"/>
              <a:t>Endpoint</a:t>
            </a:r>
            <a:r>
              <a:rPr lang="en-US" sz="1400" dirty="0"/>
              <a:t> = Specific flat number inside the building</a:t>
            </a:r>
          </a:p>
          <a:p>
            <a:r>
              <a:rPr lang="en-US" sz="1400" dirty="0"/>
              <a:t>An </a:t>
            </a:r>
            <a:r>
              <a:rPr lang="en-US" sz="1400" b="1" dirty="0"/>
              <a:t>API Token </a:t>
            </a:r>
            <a:r>
              <a:rPr lang="en-US" sz="1400" dirty="0"/>
              <a:t>is like a password for programs. -&gt; It tells Databricks: “This request is coming from Gangadhar and is allowed".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EE5B8A-7AAB-5E7E-6A9B-17D18B28425A}"/>
              </a:ext>
            </a:extLst>
          </p:cNvPr>
          <p:cNvSpPr txBox="1"/>
          <p:nvPr/>
        </p:nvSpPr>
        <p:spPr>
          <a:xfrm>
            <a:off x="285750" y="4830479"/>
            <a:ext cx="60944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How URL, Endpoint, API-Token Work Together</a:t>
            </a:r>
          </a:p>
          <a:p>
            <a:r>
              <a:rPr lang="en-US" sz="1400" dirty="0"/>
              <a:t>When Python talks to Databricks, it means:</a:t>
            </a:r>
          </a:p>
          <a:p>
            <a:endParaRPr lang="en-US" sz="1400" dirty="0"/>
          </a:p>
          <a:p>
            <a:r>
              <a:rPr lang="en-US" sz="1400" dirty="0"/>
              <a:t>URL → Where Databricks is</a:t>
            </a:r>
          </a:p>
          <a:p>
            <a:r>
              <a:rPr lang="en-US" sz="1400" dirty="0"/>
              <a:t>Endpoint → What action to perform</a:t>
            </a:r>
          </a:p>
          <a:p>
            <a:r>
              <a:rPr lang="en-US" sz="1400" dirty="0"/>
              <a:t>Token → Who is requesting</a:t>
            </a:r>
          </a:p>
        </p:txBody>
      </p:sp>
    </p:spTree>
    <p:extLst>
      <p:ext uri="{BB962C8B-B14F-4D97-AF65-F5344CB8AC3E}">
        <p14:creationId xmlns:p14="http://schemas.microsoft.com/office/powerpoint/2010/main" val="228549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68D4A0-BCE4-9B95-59F8-699338E2D2D3}"/>
              </a:ext>
            </a:extLst>
          </p:cNvPr>
          <p:cNvSpPr/>
          <p:nvPr/>
        </p:nvSpPr>
        <p:spPr>
          <a:xfrm>
            <a:off x="230886" y="301752"/>
            <a:ext cx="10010394" cy="1051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Now Create .exe file and save it somewhere(Known Folder)</a:t>
            </a:r>
          </a:p>
          <a:p>
            <a:endParaRPr lang="en-US" dirty="0"/>
          </a:p>
          <a:p>
            <a:r>
              <a:rPr lang="en-US" dirty="0" err="1"/>
              <a:t>VSCode</a:t>
            </a:r>
            <a:r>
              <a:rPr lang="en-US" dirty="0"/>
              <a:t> -&gt; File -&gt; New File -&gt; type .exe -&gt; Save in some core folder where you start and do the project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FB13E-3179-AB3A-1A61-C42EE8441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53" y="1426464"/>
            <a:ext cx="9119467" cy="5275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4F7B93-C099-FF8E-116A-8D8AA3DAA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78" y="4919553"/>
            <a:ext cx="6646802" cy="16366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4605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174426-DB13-0C23-271D-BB23967973F7}"/>
              </a:ext>
            </a:extLst>
          </p:cNvPr>
          <p:cNvSpPr txBox="1"/>
          <p:nvPr/>
        </p:nvSpPr>
        <p:spPr>
          <a:xfrm>
            <a:off x="361185" y="182880"/>
            <a:ext cx="6018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Inside .exe file and Declare </a:t>
            </a:r>
            <a:r>
              <a:rPr lang="en-US" b="1" dirty="0"/>
              <a:t>URL</a:t>
            </a:r>
            <a:r>
              <a:rPr lang="en-US" dirty="0"/>
              <a:t> and </a:t>
            </a:r>
            <a:r>
              <a:rPr lang="en-US" b="1" dirty="0"/>
              <a:t>TOKEN ID </a:t>
            </a:r>
            <a:r>
              <a:rPr lang="en-US" dirty="0"/>
              <a:t>as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8593DF-1561-0871-4F33-294B5A67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5" y="595275"/>
            <a:ext cx="10796673" cy="607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01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C910CB-DD98-231E-D8B4-0962572298B1}"/>
              </a:ext>
            </a:extLst>
          </p:cNvPr>
          <p:cNvSpPr txBox="1"/>
          <p:nvPr/>
        </p:nvSpPr>
        <p:spPr>
          <a:xfrm>
            <a:off x="182880" y="158583"/>
            <a:ext cx="91458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AIML/ - Access AI tools available or https://aiml.appsprd.amat.com/#/approvedTools</a:t>
            </a:r>
          </a:p>
          <a:p>
            <a:r>
              <a:rPr lang="en-US" dirty="0"/>
              <a:t>Request access for </a:t>
            </a:r>
            <a:r>
              <a:rPr lang="en-US" dirty="0" err="1">
                <a:highlight>
                  <a:srgbClr val="FFFF00"/>
                </a:highlight>
              </a:rPr>
              <a:t>GetHub</a:t>
            </a:r>
            <a:r>
              <a:rPr lang="en-US" dirty="0"/>
              <a:t> Copilot</a:t>
            </a:r>
          </a:p>
          <a:p>
            <a:r>
              <a:rPr lang="en-US" dirty="0"/>
              <a:t>As a Pre Req: Please ensure to complete AGU "GitHub Copilot Tutorial (</a:t>
            </a:r>
            <a:r>
              <a:rPr lang="en-US" dirty="0">
                <a:hlinkClick r:id="rId2" tooltip="GITHUBW"/>
              </a:rPr>
              <a:t>GITHUBW</a:t>
            </a:r>
            <a:r>
              <a:rPr lang="en-US" dirty="0"/>
              <a:t>)" course.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ED4EF-BC5F-6A15-EE39-02E1FA927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81474"/>
            <a:ext cx="9838944" cy="532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5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9D79B0-6641-E7EB-ADBC-3D2669289329}"/>
              </a:ext>
            </a:extLst>
          </p:cNvPr>
          <p:cNvSpPr txBox="1"/>
          <p:nvPr/>
        </p:nvSpPr>
        <p:spPr>
          <a:xfrm>
            <a:off x="194310" y="216331"/>
            <a:ext cx="109430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After getting access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Join GitHub community(By e-mail received)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</a:rPr>
              <a:t>Install</a:t>
            </a:r>
            <a:r>
              <a:rPr lang="en-US" sz="1600" b="1" dirty="0"/>
              <a:t> GitHub Copilot on VS code – You should be able to see the chat window with all shown GPT Models enabled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C911AC-9F1E-FF0F-8105-E1EC79453274}"/>
              </a:ext>
            </a:extLst>
          </p:cNvPr>
          <p:cNvGrpSpPr/>
          <p:nvPr/>
        </p:nvGrpSpPr>
        <p:grpSpPr>
          <a:xfrm>
            <a:off x="62856" y="1171732"/>
            <a:ext cx="10004688" cy="5686268"/>
            <a:chOff x="62856" y="1171732"/>
            <a:chExt cx="10004688" cy="568626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0768AEB-F9DE-7BD2-30E6-AC9BA2C79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56" y="1171732"/>
              <a:ext cx="10004688" cy="5686268"/>
            </a:xfrm>
            <a:prstGeom prst="rect">
              <a:avLst/>
            </a:prstGeom>
          </p:spPr>
        </p:pic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3E7EF717-14ED-649C-E1CA-CC04E30BD8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7541" y="3593593"/>
              <a:ext cx="1565139" cy="2743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99182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9641337-9C8F-4517-54DB-F622B254D3F9}"/>
              </a:ext>
            </a:extLst>
          </p:cNvPr>
          <p:cNvGrpSpPr/>
          <p:nvPr/>
        </p:nvGrpSpPr>
        <p:grpSpPr>
          <a:xfrm>
            <a:off x="380008" y="473422"/>
            <a:ext cx="6002504" cy="1830866"/>
            <a:chOff x="380008" y="473422"/>
            <a:chExt cx="4879165" cy="14573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20AE2B-B7EA-86E1-A0E1-52ECFCD8A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008" y="473422"/>
              <a:ext cx="4007056" cy="132086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898B26-0BFC-B543-688D-E9333A8D89F5}"/>
                </a:ext>
              </a:extLst>
            </p:cNvPr>
            <p:cNvSpPr txBox="1"/>
            <p:nvPr/>
          </p:nvSpPr>
          <p:spPr>
            <a:xfrm>
              <a:off x="3514955" y="1192083"/>
              <a:ext cx="174421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IDE is my VS Code</a:t>
              </a:r>
            </a:p>
            <a:p>
              <a:endParaRPr lang="en-US" sz="1400" dirty="0"/>
            </a:p>
            <a:p>
              <a:endParaRPr lang="en-US" sz="140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04AA952-A6F3-4B51-D2CF-4B757A2D511D}"/>
              </a:ext>
            </a:extLst>
          </p:cNvPr>
          <p:cNvSpPr txBox="1"/>
          <p:nvPr/>
        </p:nvSpPr>
        <p:spPr>
          <a:xfrm>
            <a:off x="380008" y="4416251"/>
            <a:ext cx="109339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write the Code in </a:t>
            </a:r>
            <a:r>
              <a:rPr lang="en-US" sz="1400" b="1" dirty="0"/>
              <a:t>VS Code</a:t>
            </a:r>
            <a:r>
              <a:rPr lang="en-US" sz="1400" dirty="0"/>
              <a:t> with the help of </a:t>
            </a:r>
            <a:r>
              <a:rPr lang="en-US" sz="1400" b="1" dirty="0"/>
              <a:t>GitHub Copilot</a:t>
            </a:r>
            <a:r>
              <a:rPr lang="en-US" sz="1400" dirty="0"/>
              <a:t>(By Prompt, code debugging.. </a:t>
            </a:r>
            <a:r>
              <a:rPr lang="en-US" sz="1400" dirty="0" err="1"/>
              <a:t>Etc</a:t>
            </a:r>
            <a:r>
              <a:rPr lang="en-US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code -&gt; To Interact with data bricks, we give data bricks Address(URL endpoint) and Password(API Token).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call this URL and API token in Code, so every time the code goes to right Address through Password to perform the specified 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Return the Output. </a:t>
            </a:r>
          </a:p>
          <a:p>
            <a:endParaRPr lang="en-US" sz="1400" dirty="0"/>
          </a:p>
          <a:p>
            <a:endParaRPr lang="en-US" sz="1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4130B94-2EAE-C469-FBEB-CB15CBDFE117}"/>
              </a:ext>
            </a:extLst>
          </p:cNvPr>
          <p:cNvGrpSpPr/>
          <p:nvPr/>
        </p:nvGrpSpPr>
        <p:grpSpPr>
          <a:xfrm>
            <a:off x="230886" y="2502884"/>
            <a:ext cx="11427714" cy="1297341"/>
            <a:chOff x="285750" y="1561838"/>
            <a:chExt cx="11427714" cy="12973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D4CD31-DAC2-CFF6-5EEB-D060B6DCDA85}"/>
                </a:ext>
              </a:extLst>
            </p:cNvPr>
            <p:cNvSpPr txBox="1"/>
            <p:nvPr/>
          </p:nvSpPr>
          <p:spPr>
            <a:xfrm>
              <a:off x="285750" y="2212848"/>
              <a:ext cx="1142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it-IT" b="1" dirty="0"/>
                <a:t>URL</a:t>
              </a:r>
              <a:r>
                <a:rPr lang="it-IT" dirty="0"/>
                <a:t>:</a:t>
              </a:r>
              <a:r>
                <a:rPr lang="it-IT" dirty="0">
                  <a:effectLst/>
                  <a:hlinkClick r:id="rId3" tooltip="https://adb-3235404798430706.6.azuredatabricks.net/serving-endpoints/databricks-claude-sonnet-4-6/invocations"/>
                </a:rPr>
                <a:t>https://adb-3235404798430706.6.azuredatabricks.net/serving-endpoints/databricks-claude-sonnet-4-6/i…</a:t>
              </a:r>
              <a:endParaRPr lang="it-IT" dirty="0"/>
            </a:p>
            <a:p>
              <a:pPr>
                <a:buNone/>
              </a:pPr>
              <a:r>
                <a:rPr lang="it-IT" b="1" dirty="0"/>
                <a:t>API Token ID</a:t>
              </a:r>
              <a:r>
                <a:rPr lang="it-IT" dirty="0"/>
                <a:t>:dapi01566cb8f84e1e6a8bb168ed72e6c80d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96E0A0-5248-D97B-390B-BD45C4651DDF}"/>
                </a:ext>
              </a:extLst>
            </p:cNvPr>
            <p:cNvSpPr txBox="1"/>
            <p:nvPr/>
          </p:nvSpPr>
          <p:spPr>
            <a:xfrm>
              <a:off x="3242695" y="1561838"/>
              <a:ext cx="596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URL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401D315A-ECCF-9F7A-6C0A-7AABF3BE7C1E}"/>
                </a:ext>
              </a:extLst>
            </p:cNvPr>
            <p:cNvSpPr/>
            <p:nvPr/>
          </p:nvSpPr>
          <p:spPr>
            <a:xfrm rot="5400000">
              <a:off x="3344418" y="-549140"/>
              <a:ext cx="393192" cy="535381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AD16CA-3621-B283-50C2-98A306A007AF}"/>
                </a:ext>
              </a:extLst>
            </p:cNvPr>
            <p:cNvSpPr txBox="1"/>
            <p:nvPr/>
          </p:nvSpPr>
          <p:spPr>
            <a:xfrm>
              <a:off x="8352669" y="1561838"/>
              <a:ext cx="1462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End Point</a:t>
              </a:r>
            </a:p>
          </p:txBody>
        </p:sp>
        <p:sp>
          <p:nvSpPr>
            <p:cNvPr id="12" name="Left Brace 11">
              <a:extLst>
                <a:ext uri="{FF2B5EF4-FFF2-40B4-BE49-F238E27FC236}">
                  <a16:creationId xmlns:a16="http://schemas.microsoft.com/office/drawing/2014/main" id="{02D015B9-E457-4A90-F4C5-D81E8C11565A}"/>
                </a:ext>
              </a:extLst>
            </p:cNvPr>
            <p:cNvSpPr/>
            <p:nvPr/>
          </p:nvSpPr>
          <p:spPr>
            <a:xfrm rot="5400000">
              <a:off x="8645652" y="-496562"/>
              <a:ext cx="393192" cy="524865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2330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4256BF-3919-F496-323E-D474E4492916}"/>
              </a:ext>
            </a:extLst>
          </p:cNvPr>
          <p:cNvSpPr txBox="1"/>
          <p:nvPr/>
        </p:nvSpPr>
        <p:spPr>
          <a:xfrm>
            <a:off x="265176" y="64008"/>
            <a:ext cx="10226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If you already have Access to Databricks. Now Install </a:t>
            </a:r>
            <a:r>
              <a:rPr lang="en-US" b="1" dirty="0">
                <a:solidFill>
                  <a:srgbClr val="0070C0"/>
                </a:solidFill>
              </a:rPr>
              <a:t>ODBC Driver</a:t>
            </a:r>
            <a:r>
              <a:rPr lang="en-US" dirty="0">
                <a:solidFill>
                  <a:srgbClr val="0070C0"/>
                </a:solidFill>
              </a:rPr>
              <a:t> and Connecting it To </a:t>
            </a:r>
            <a:r>
              <a:rPr lang="en-US" b="1" dirty="0">
                <a:solidFill>
                  <a:srgbClr val="0070C0"/>
                </a:solidFill>
              </a:rPr>
              <a:t>Databricks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57C02-F813-5BEA-BBF5-1513E68FECFB}"/>
              </a:ext>
            </a:extLst>
          </p:cNvPr>
          <p:cNvSpPr txBox="1"/>
          <p:nvPr/>
        </p:nvSpPr>
        <p:spPr>
          <a:xfrm>
            <a:off x="473834" y="1167980"/>
            <a:ext cx="22745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dirty="0"/>
              <a:t>Type </a:t>
            </a:r>
            <a:r>
              <a:rPr lang="en-US" dirty="0" err="1">
                <a:solidFill>
                  <a:srgbClr val="0070C0"/>
                </a:solidFill>
              </a:rPr>
              <a:t>Elevateme</a:t>
            </a:r>
            <a:r>
              <a:rPr lang="en-US" dirty="0">
                <a:solidFill>
                  <a:srgbClr val="0070C0"/>
                </a:solidFill>
              </a:rPr>
              <a:t>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652CA-DEC4-0327-4F07-59F546925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809" y="1083729"/>
            <a:ext cx="2197007" cy="3175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470565-42F7-4B3A-21A4-A44C76E882D0}"/>
              </a:ext>
            </a:extLst>
          </p:cNvPr>
          <p:cNvSpPr txBox="1"/>
          <p:nvPr/>
        </p:nvSpPr>
        <p:spPr>
          <a:xfrm>
            <a:off x="3130535" y="1401265"/>
            <a:ext cx="1993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(get 24hrs access)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2841D9-DC64-ED86-0262-A05B00CF0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16354"/>
            <a:ext cx="4064209" cy="26544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F45128-D621-DD6A-3A55-39C294D47E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609"/>
          <a:stretch>
            <a:fillRect/>
          </a:stretch>
        </p:blipFill>
        <p:spPr>
          <a:xfrm>
            <a:off x="265176" y="3370790"/>
            <a:ext cx="6008279" cy="29402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B9B68E-57C9-9A5D-6DA3-5CE8A2DDEC99}"/>
              </a:ext>
            </a:extLst>
          </p:cNvPr>
          <p:cNvSpPr txBox="1"/>
          <p:nvPr/>
        </p:nvSpPr>
        <p:spPr>
          <a:xfrm>
            <a:off x="980694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Reinstall/Install Elevate Me and restart computer as instructed.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2320D2-7458-54C2-D3A3-D0FB54E115B7}"/>
              </a:ext>
            </a:extLst>
          </p:cNvPr>
          <p:cNvSpPr/>
          <p:nvPr/>
        </p:nvSpPr>
        <p:spPr>
          <a:xfrm>
            <a:off x="10853928" y="182880"/>
            <a:ext cx="1143000" cy="5334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ODBC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B7F023-5860-3B41-4467-3B7FE8B26487}"/>
              </a:ext>
            </a:extLst>
          </p:cNvPr>
          <p:cNvSpPr/>
          <p:nvPr/>
        </p:nvSpPr>
        <p:spPr>
          <a:xfrm>
            <a:off x="365760" y="566928"/>
            <a:ext cx="512064" cy="4001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24513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A4FF38-9EC6-6312-816E-DFDC975C8E03}"/>
              </a:ext>
            </a:extLst>
          </p:cNvPr>
          <p:cNvSpPr/>
          <p:nvPr/>
        </p:nvSpPr>
        <p:spPr>
          <a:xfrm>
            <a:off x="10853928" y="182880"/>
            <a:ext cx="1143000" cy="5334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ODBC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17A687-925A-86CC-FAF8-05C8EE0276BD}"/>
              </a:ext>
            </a:extLst>
          </p:cNvPr>
          <p:cNvSpPr/>
          <p:nvPr/>
        </p:nvSpPr>
        <p:spPr>
          <a:xfrm>
            <a:off x="365760" y="566928"/>
            <a:ext cx="512064" cy="4001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346BF-157C-C34A-FADD-FC146CEF4397}"/>
              </a:ext>
            </a:extLst>
          </p:cNvPr>
          <p:cNvSpPr txBox="1"/>
          <p:nvPr/>
        </p:nvSpPr>
        <p:spPr>
          <a:xfrm>
            <a:off x="1181862" y="449617"/>
            <a:ext cx="84193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For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ODBC Databricks Spark Driver installation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click on the link below to download and install the Spark driver.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Spark drivers → 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Calibri" panose="020F0502020204030204" pitchFamily="34" charset="0"/>
              </a:rPr>
              <a:t>https://www.databricks.com/spark/odbc-drivers-download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^Download 64 bits for Windows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FC3EF-DE6D-A8AA-CBD5-73065FED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2158793"/>
            <a:ext cx="4014858" cy="3691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481B34-9B95-DFCF-650C-DD610DDAA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211" y="2431024"/>
            <a:ext cx="2578233" cy="3683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9210AE-B2B9-4649-DD4C-B4C643B88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0635" y="2449312"/>
            <a:ext cx="1606633" cy="30481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0943AE-4255-ACE6-1337-12A5DC4B37F9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8997696" y="2601720"/>
            <a:ext cx="482939" cy="13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CEB3D97-53BF-6C52-5EA0-47ED1B9FE86F}"/>
              </a:ext>
            </a:extLst>
          </p:cNvPr>
          <p:cNvSpPr txBox="1"/>
          <p:nvPr/>
        </p:nvSpPr>
        <p:spPr>
          <a:xfrm>
            <a:off x="6013416" y="2061692"/>
            <a:ext cx="5968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Open the downloaded </a:t>
            </a:r>
            <a:r>
              <a:rPr lang="en-US" dirty="0" err="1"/>
              <a:t>Zipfolder</a:t>
            </a:r>
            <a:r>
              <a:rPr lang="en-US" dirty="0"/>
              <a:t>, double click and Install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941AA9-D33B-97C5-DE6C-C416F662F803}"/>
              </a:ext>
            </a:extLst>
          </p:cNvPr>
          <p:cNvCxnSpPr>
            <a:cxnSpLocks/>
          </p:cNvCxnSpPr>
          <p:nvPr/>
        </p:nvCxnSpPr>
        <p:spPr>
          <a:xfrm>
            <a:off x="5147971" y="2579111"/>
            <a:ext cx="4829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77E8034-038F-36D4-3B51-54FDE156205D}"/>
              </a:ext>
            </a:extLst>
          </p:cNvPr>
          <p:cNvSpPr txBox="1"/>
          <p:nvPr/>
        </p:nvSpPr>
        <p:spPr>
          <a:xfrm>
            <a:off x="7132442" y="3635316"/>
            <a:ext cx="4421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Copy the Path that it shows while Installing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F9EE54-2871-44C9-262B-F58206078F89}"/>
              </a:ext>
            </a:extLst>
          </p:cNvPr>
          <p:cNvCxnSpPr>
            <a:cxnSpLocks/>
          </p:cNvCxnSpPr>
          <p:nvPr/>
        </p:nvCxnSpPr>
        <p:spPr>
          <a:xfrm>
            <a:off x="10118193" y="2812360"/>
            <a:ext cx="0" cy="736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398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8E53-76C1-3000-DC14-C3DDE00EF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A35575-F27B-478D-BFD8-74E401B8A5A1}"/>
              </a:ext>
            </a:extLst>
          </p:cNvPr>
          <p:cNvSpPr/>
          <p:nvPr/>
        </p:nvSpPr>
        <p:spPr>
          <a:xfrm>
            <a:off x="10853928" y="182880"/>
            <a:ext cx="1143000" cy="5334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ODBC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811BFD9-02A7-78DE-1582-F37E9C869C0D}"/>
              </a:ext>
            </a:extLst>
          </p:cNvPr>
          <p:cNvSpPr/>
          <p:nvPr/>
        </p:nvSpPr>
        <p:spPr>
          <a:xfrm>
            <a:off x="365760" y="566928"/>
            <a:ext cx="512064" cy="4001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15557-62C1-1E9F-D024-A561A0AA5274}"/>
              </a:ext>
            </a:extLst>
          </p:cNvPr>
          <p:cNvSpPr txBox="1"/>
          <p:nvPr/>
        </p:nvSpPr>
        <p:spPr>
          <a:xfrm>
            <a:off x="2039112" y="474823"/>
            <a:ext cx="8540496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C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onfigure the ODBC drivers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Go to the start menu and search for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ODBC (64 Bit).</a:t>
            </a:r>
          </a:p>
          <a:p>
            <a:pPr marL="342900" indent="-342900">
              <a:buAutoNum type="arabicPeriod"/>
            </a:pPr>
            <a:r>
              <a:rPr lang="en-US" dirty="0"/>
              <a:t>Under ‘User DSN‘ in ‘ODBC Data Source’ “Spark PROD” app </a:t>
            </a:r>
          </a:p>
          <a:p>
            <a:pPr marL="342900" indent="-342900">
              <a:buAutoNum type="arabicPeriod"/>
            </a:pPr>
            <a:r>
              <a:rPr lang="en-US" dirty="0"/>
              <a:t>Click Add click ‘Add’ and select the driver needs to be installed. (Spark) -&gt; Finish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32B398-F723-8434-52B8-07B762F3D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894" y="1620571"/>
            <a:ext cx="7098305" cy="362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61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B975-D37C-A1C4-1F40-B966FDED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8EC3492-8325-E31A-6AB5-7D5DCA067AB7}"/>
              </a:ext>
            </a:extLst>
          </p:cNvPr>
          <p:cNvSpPr/>
          <p:nvPr/>
        </p:nvSpPr>
        <p:spPr>
          <a:xfrm>
            <a:off x="10853928" y="182880"/>
            <a:ext cx="1143000" cy="5334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ODBC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052A7C-13B5-68DB-CCE1-46AA69BE2BEA}"/>
              </a:ext>
            </a:extLst>
          </p:cNvPr>
          <p:cNvSpPr/>
          <p:nvPr/>
        </p:nvSpPr>
        <p:spPr>
          <a:xfrm>
            <a:off x="365760" y="566928"/>
            <a:ext cx="512064" cy="4001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CB790-C731-9D52-B8DC-01D3A79FDE70}"/>
              </a:ext>
            </a:extLst>
          </p:cNvPr>
          <p:cNvSpPr txBox="1"/>
          <p:nvPr/>
        </p:nvSpPr>
        <p:spPr>
          <a:xfrm>
            <a:off x="1282446" y="243762"/>
            <a:ext cx="8510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Update the below parameters in the ODBC Config page as seen in the screenshots below: Note that Data Source Name will not affect the connectivity to the server.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C997B4-56C6-84DD-409C-A4C4971BDFE5}"/>
              </a:ext>
            </a:extLst>
          </p:cNvPr>
          <p:cNvGrpSpPr/>
          <p:nvPr/>
        </p:nvGrpSpPr>
        <p:grpSpPr>
          <a:xfrm>
            <a:off x="1005139" y="1055739"/>
            <a:ext cx="7608509" cy="5546658"/>
            <a:chOff x="1005139" y="1055739"/>
            <a:chExt cx="7608509" cy="554665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A6060BD-587C-DF11-484D-47A70A5CF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5139" y="1055739"/>
              <a:ext cx="7480493" cy="5546658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E490D68-ACCE-9D39-B13C-9F604141083A}"/>
                </a:ext>
              </a:extLst>
            </p:cNvPr>
            <p:cNvSpPr/>
            <p:nvPr/>
          </p:nvSpPr>
          <p:spPr>
            <a:xfrm>
              <a:off x="8101584" y="2698337"/>
              <a:ext cx="512064" cy="40011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F373041-5249-5584-FF90-D26DE1443E1F}"/>
                </a:ext>
              </a:extLst>
            </p:cNvPr>
            <p:cNvSpPr/>
            <p:nvPr/>
          </p:nvSpPr>
          <p:spPr>
            <a:xfrm>
              <a:off x="6711696" y="5628252"/>
              <a:ext cx="512064" cy="40011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2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78AB112A-5AE0-2DB1-E035-301BB5E99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686" y="4205318"/>
            <a:ext cx="2768742" cy="12637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818316-E292-FD22-FE1C-13691F9B4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5634679"/>
            <a:ext cx="1054154" cy="6096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40581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826B-DE5C-42C0-DF60-A25883D8C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AC3C59E-9B69-6610-E689-7B4C2FA56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640" y="4425898"/>
            <a:ext cx="4388076" cy="2006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E0ABCF-D0D0-7A21-1F49-7D0028592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83" y="128824"/>
            <a:ext cx="11011466" cy="4254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FE4341-B851-7EFB-1585-EBADAF9F2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044" y="1699718"/>
            <a:ext cx="4388076" cy="50294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4976D5B-51CD-666C-3DB0-0398A6E7F585}"/>
              </a:ext>
            </a:extLst>
          </p:cNvPr>
          <p:cNvSpPr/>
          <p:nvPr/>
        </p:nvSpPr>
        <p:spPr>
          <a:xfrm>
            <a:off x="1571897" y="425399"/>
            <a:ext cx="512064" cy="4001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7BD6A5-7BC4-02E9-796C-9A7C838C1BEE}"/>
              </a:ext>
            </a:extLst>
          </p:cNvPr>
          <p:cNvCxnSpPr>
            <a:endCxn id="9" idx="1"/>
          </p:cNvCxnSpPr>
          <p:nvPr/>
        </p:nvCxnSpPr>
        <p:spPr>
          <a:xfrm>
            <a:off x="4379976" y="3191256"/>
            <a:ext cx="2390068" cy="1023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A47B5D-CD2D-025F-694D-9614C8D213FA}"/>
              </a:ext>
            </a:extLst>
          </p:cNvPr>
          <p:cNvSpPr/>
          <p:nvPr/>
        </p:nvSpPr>
        <p:spPr>
          <a:xfrm>
            <a:off x="9902952" y="3814337"/>
            <a:ext cx="512064" cy="4001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015530-B255-262F-0880-802B0C880C28}"/>
              </a:ext>
            </a:extLst>
          </p:cNvPr>
          <p:cNvSpPr/>
          <p:nvPr/>
        </p:nvSpPr>
        <p:spPr>
          <a:xfrm>
            <a:off x="9518904" y="4605787"/>
            <a:ext cx="512064" cy="4001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69DF1F-FDC8-178D-09FF-9D6B4030FCC0}"/>
              </a:ext>
            </a:extLst>
          </p:cNvPr>
          <p:cNvSpPr/>
          <p:nvPr/>
        </p:nvSpPr>
        <p:spPr>
          <a:xfrm>
            <a:off x="4919472" y="4805842"/>
            <a:ext cx="512064" cy="4001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7860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4AFBEA-5385-5543-074A-B97BEF400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48" y="1501676"/>
            <a:ext cx="6864703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47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CE92F54-444E-4ACE-EE5F-B96F90834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548" y="1894169"/>
            <a:ext cx="1823427" cy="16104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515A1CE-B132-4D23-A9F9-056DBDAAB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549" y="54345"/>
            <a:ext cx="1823427" cy="1451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99362F-B55C-05C3-9642-876CBE211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635928"/>
            <a:ext cx="3863794" cy="40020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DBA5A9-7722-88F1-AD5B-34F01C3C70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7662" y="1779105"/>
            <a:ext cx="4211170" cy="37157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241466-92B2-29B6-1949-C1B9DFC8C205}"/>
              </a:ext>
            </a:extLst>
          </p:cNvPr>
          <p:cNvSpPr txBox="1"/>
          <p:nvPr/>
        </p:nvSpPr>
        <p:spPr>
          <a:xfrm>
            <a:off x="9414549" y="3857857"/>
            <a:ext cx="2317204" cy="170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egoe UI" panose="020B0502040204020203" pitchFamily="34" charset="0"/>
              </a:rPr>
              <a:t>[Decision 1]</a:t>
            </a:r>
            <a:br>
              <a:rPr lang="en-US" sz="1400" b="0" i="0" dirty="0">
                <a:effectLst/>
                <a:latin typeface="Segoe UI" panose="020B0502040204020203" pitchFamily="34" charset="0"/>
              </a:rPr>
            </a:br>
            <a:r>
              <a:rPr lang="en-US" sz="1400" b="0" i="0" dirty="0">
                <a:effectLst/>
                <a:latin typeface="Segoe UI" panose="020B0502040204020203" pitchFamily="34" charset="0"/>
              </a:rPr>
              <a:t>Product Release</a:t>
            </a:r>
            <a:br>
              <a:rPr lang="en-US" sz="1400" b="0" i="0" dirty="0">
                <a:effectLst/>
                <a:latin typeface="Segoe UI" panose="020B0502040204020203" pitchFamily="34" charset="0"/>
              </a:rPr>
            </a:br>
            <a:r>
              <a:rPr lang="en-US" sz="1400" b="0" i="0" dirty="0">
                <a:effectLst/>
                <a:latin typeface="Segoe UI" panose="020B0502040204020203" pitchFamily="34" charset="0"/>
              </a:rPr>
              <a:t>SmBOM Impacted? YES </a:t>
            </a:r>
          </a:p>
          <a:p>
            <a:pPr marL="1143000" lvl="2" indent="-22860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egoe UI" panose="020B0502040204020203" pitchFamily="34" charset="0"/>
              </a:rPr>
              <a:t>YES → </a:t>
            </a:r>
            <a:r>
              <a:rPr lang="en-US" sz="1400" b="1" i="0" dirty="0">
                <a:effectLst/>
                <a:latin typeface="Segoe UI" panose="020B0502040204020203" pitchFamily="34" charset="0"/>
              </a:rPr>
              <a:t>A2</a:t>
            </a:r>
            <a:endParaRPr lang="en-US" sz="1400" b="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r>
              <a:rPr lang="en-US" sz="1400" b="0" i="0" dirty="0">
                <a:effectLst/>
                <a:latin typeface="Segoe UI" panose="020B0502040204020203" pitchFamily="34" charset="0"/>
              </a:rPr>
              <a:t>NO </a:t>
            </a:r>
            <a:endParaRPr lang="en-US" sz="140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egoe UI" panose="020B0502040204020203" pitchFamily="34" charset="0"/>
              </a:rPr>
              <a:t>Part Status? </a:t>
            </a:r>
          </a:p>
          <a:p>
            <a:pPr marL="1143000" lvl="2" indent="-22860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egoe UI" panose="020B0502040204020203" pitchFamily="34" charset="0"/>
              </a:rPr>
              <a:t>EVAL → </a:t>
            </a:r>
            <a:r>
              <a:rPr lang="en-US" sz="1400" b="1" i="0" dirty="0">
                <a:effectLst/>
                <a:latin typeface="Segoe UI" panose="020B0502040204020203" pitchFamily="34" charset="0"/>
              </a:rPr>
              <a:t>B2</a:t>
            </a:r>
            <a:endParaRPr lang="en-US" sz="1400" b="0" i="0" dirty="0">
              <a:effectLst/>
              <a:latin typeface="Segoe UI" panose="020B0502040204020203" pitchFamily="34" charset="0"/>
            </a:endParaRPr>
          </a:p>
          <a:p>
            <a:pPr marL="1143000" lvl="2" indent="-22860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Segoe UI" panose="020B0502040204020203" pitchFamily="34" charset="0"/>
              </a:rPr>
              <a:t>PROD → </a:t>
            </a:r>
            <a:r>
              <a:rPr lang="en-US" sz="1400" b="1" i="0" dirty="0">
                <a:effectLst/>
                <a:latin typeface="Segoe UI" panose="020B0502040204020203" pitchFamily="34" charset="0"/>
              </a:rPr>
              <a:t>B3</a:t>
            </a:r>
            <a:endParaRPr lang="en-US" sz="14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588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0DA1EB8-87CF-4588-A1FD-4756F9A28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10079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7A4E378-EA57-47B9-B1EB-58B998F6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2595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2B31ED6-76F0-425A-9A41-C947AEF9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66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CDA271-3FCD-6B24-FACF-DF54786EC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79" y="237972"/>
            <a:ext cx="10314432" cy="638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647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09c2643-b1a9-4415-ad0f-521cfa6ba3f5}" enabled="0" method="" siteId="{709c2643-b1a9-4415-ad0f-521cfa6ba3f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24686</TotalTime>
  <Words>930</Words>
  <Application>Microsoft Office PowerPoint</Application>
  <PresentationFormat>Widescreen</PresentationFormat>
  <Paragraphs>134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Segoe UI</vt:lpstr>
      <vt:lpstr>Office Theme</vt:lpstr>
      <vt:lpstr>Databricks and Tableau Cloud Essentials Training (DTCE) AGU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Gangadhar Nataraj</dc:creator>
  <cp:lastModifiedBy>Gangadhar Nataraj</cp:lastModifiedBy>
  <cp:revision>2</cp:revision>
  <dcterms:created xsi:type="dcterms:W3CDTF">2026-04-02T10:43:47Z</dcterms:created>
  <dcterms:modified xsi:type="dcterms:W3CDTF">2026-04-21T16:37:34Z</dcterms:modified>
</cp:coreProperties>
</file>